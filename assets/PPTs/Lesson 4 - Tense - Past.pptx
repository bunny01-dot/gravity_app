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4" r:id="rId7"/>
    <p:sldId id="265" r:id="rId8"/>
    <p:sldId id="262" r:id="rId9"/>
    <p:sldId id="266" r:id="rId10"/>
    <p:sldId id="263" r:id="rId11"/>
    <p:sldId id="26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882" autoAdjust="0"/>
    <p:restoredTop sz="94660"/>
  </p:normalViewPr>
  <p:slideViewPr>
    <p:cSldViewPr snapToGrid="0">
      <p:cViewPr varScale="1">
        <p:scale>
          <a:sx n="69" d="100"/>
          <a:sy n="69" d="100"/>
        </p:scale>
        <p:origin x="54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D82C3A9-595C-4A19-86DB-EDBD292C0B38}" type="doc">
      <dgm:prSet loTypeId="urn:microsoft.com/office/officeart/2005/8/layout/default" loCatId="list" qsTypeId="urn:microsoft.com/office/officeart/2005/8/quickstyle/simple3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7B41A859-CB6F-4500-9799-18D43330988A}">
      <dgm:prSet phldrT="[Text]"/>
      <dgm:spPr/>
      <dgm:t>
        <a:bodyPr/>
        <a:lstStyle/>
        <a:p>
          <a:r>
            <a:rPr lang="en-US" dirty="0"/>
            <a:t>Simple Past</a:t>
          </a:r>
        </a:p>
      </dgm:t>
    </dgm:pt>
    <dgm:pt modelId="{CC4383EB-D626-42F1-82C1-C298A0F88955}" type="parTrans" cxnId="{D6CC985C-2E8B-46F5-9C20-C7228815507D}">
      <dgm:prSet/>
      <dgm:spPr/>
      <dgm:t>
        <a:bodyPr/>
        <a:lstStyle/>
        <a:p>
          <a:endParaRPr lang="en-US"/>
        </a:p>
      </dgm:t>
    </dgm:pt>
    <dgm:pt modelId="{3DA99E75-0C71-4F1B-AB93-C21EE8369235}" type="sibTrans" cxnId="{D6CC985C-2E8B-46F5-9C20-C7228815507D}">
      <dgm:prSet/>
      <dgm:spPr/>
      <dgm:t>
        <a:bodyPr/>
        <a:lstStyle/>
        <a:p>
          <a:endParaRPr lang="en-US"/>
        </a:p>
      </dgm:t>
    </dgm:pt>
    <dgm:pt modelId="{33908C94-F8C8-4251-B03B-3E11B28EF148}">
      <dgm:prSet phldrT="[Text]"/>
      <dgm:spPr/>
      <dgm:t>
        <a:bodyPr/>
        <a:lstStyle/>
        <a:p>
          <a:r>
            <a:rPr lang="en-US" dirty="0"/>
            <a:t>Past</a:t>
          </a:r>
        </a:p>
        <a:p>
          <a:r>
            <a:rPr lang="en-US" dirty="0"/>
            <a:t>Continuous</a:t>
          </a:r>
        </a:p>
      </dgm:t>
    </dgm:pt>
    <dgm:pt modelId="{46B8308F-A79B-45A2-A09B-A37A46777F4D}" type="parTrans" cxnId="{5E48A2DF-99D5-4F5A-A9D0-6BF79D0F0C5C}">
      <dgm:prSet/>
      <dgm:spPr/>
      <dgm:t>
        <a:bodyPr/>
        <a:lstStyle/>
        <a:p>
          <a:endParaRPr lang="en-US"/>
        </a:p>
      </dgm:t>
    </dgm:pt>
    <dgm:pt modelId="{62B4B245-25DB-4384-9334-38D452EB8957}" type="sibTrans" cxnId="{5E48A2DF-99D5-4F5A-A9D0-6BF79D0F0C5C}">
      <dgm:prSet/>
      <dgm:spPr/>
      <dgm:t>
        <a:bodyPr/>
        <a:lstStyle/>
        <a:p>
          <a:endParaRPr lang="en-US"/>
        </a:p>
      </dgm:t>
    </dgm:pt>
    <dgm:pt modelId="{EEC0278A-9F7C-4400-ABED-06B9409E16CF}">
      <dgm:prSet phldrT="[Text]"/>
      <dgm:spPr/>
      <dgm:t>
        <a:bodyPr/>
        <a:lstStyle/>
        <a:p>
          <a:r>
            <a:rPr lang="en-US" dirty="0"/>
            <a:t>Past</a:t>
          </a:r>
        </a:p>
        <a:p>
          <a:r>
            <a:rPr lang="en-US" dirty="0"/>
            <a:t>Perfect</a:t>
          </a:r>
        </a:p>
      </dgm:t>
    </dgm:pt>
    <dgm:pt modelId="{E1C9891C-BF60-4DD6-ADEC-D824420E73C9}" type="parTrans" cxnId="{4BC82B53-2AE0-44D2-8FE8-DBA977A4BF21}">
      <dgm:prSet/>
      <dgm:spPr/>
      <dgm:t>
        <a:bodyPr/>
        <a:lstStyle/>
        <a:p>
          <a:endParaRPr lang="en-US"/>
        </a:p>
      </dgm:t>
    </dgm:pt>
    <dgm:pt modelId="{07130BF6-40C5-42EE-8E37-45211148F276}" type="sibTrans" cxnId="{4BC82B53-2AE0-44D2-8FE8-DBA977A4BF21}">
      <dgm:prSet/>
      <dgm:spPr/>
      <dgm:t>
        <a:bodyPr/>
        <a:lstStyle/>
        <a:p>
          <a:endParaRPr lang="en-US"/>
        </a:p>
      </dgm:t>
    </dgm:pt>
    <dgm:pt modelId="{D8EEB297-2B98-49E5-BDA2-8E27EFEA13ED}" type="pres">
      <dgm:prSet presAssocID="{3D82C3A9-595C-4A19-86DB-EDBD292C0B38}" presName="diagram" presStyleCnt="0">
        <dgm:presLayoutVars>
          <dgm:dir/>
          <dgm:resizeHandles val="exact"/>
        </dgm:presLayoutVars>
      </dgm:prSet>
      <dgm:spPr/>
    </dgm:pt>
    <dgm:pt modelId="{028A5683-AFB8-4B8F-B353-FD3437EACB00}" type="pres">
      <dgm:prSet presAssocID="{7B41A859-CB6F-4500-9799-18D43330988A}" presName="node" presStyleLbl="node1" presStyleIdx="0" presStyleCnt="3">
        <dgm:presLayoutVars>
          <dgm:bulletEnabled val="1"/>
        </dgm:presLayoutVars>
      </dgm:prSet>
      <dgm:spPr/>
    </dgm:pt>
    <dgm:pt modelId="{E42F7B42-B851-46DE-AC5F-1FE49A888BE0}" type="pres">
      <dgm:prSet presAssocID="{3DA99E75-0C71-4F1B-AB93-C21EE8369235}" presName="sibTrans" presStyleCnt="0"/>
      <dgm:spPr/>
    </dgm:pt>
    <dgm:pt modelId="{17895E8C-F57A-489A-A821-0986728EB89F}" type="pres">
      <dgm:prSet presAssocID="{33908C94-F8C8-4251-B03B-3E11B28EF148}" presName="node" presStyleLbl="node1" presStyleIdx="1" presStyleCnt="3">
        <dgm:presLayoutVars>
          <dgm:bulletEnabled val="1"/>
        </dgm:presLayoutVars>
      </dgm:prSet>
      <dgm:spPr/>
    </dgm:pt>
    <dgm:pt modelId="{C96FCAAF-ACAB-436D-84C9-3C3E3EC1E0BB}" type="pres">
      <dgm:prSet presAssocID="{62B4B245-25DB-4384-9334-38D452EB8957}" presName="sibTrans" presStyleCnt="0"/>
      <dgm:spPr/>
    </dgm:pt>
    <dgm:pt modelId="{118F3E61-CAE3-4081-8561-CCBB587B4400}" type="pres">
      <dgm:prSet presAssocID="{EEC0278A-9F7C-4400-ABED-06B9409E16CF}" presName="node" presStyleLbl="node1" presStyleIdx="2" presStyleCnt="3">
        <dgm:presLayoutVars>
          <dgm:bulletEnabled val="1"/>
        </dgm:presLayoutVars>
      </dgm:prSet>
      <dgm:spPr/>
    </dgm:pt>
  </dgm:ptLst>
  <dgm:cxnLst>
    <dgm:cxn modelId="{E335540C-D2CE-47D7-B2F7-72CA94EC88A1}" type="presOf" srcId="{EEC0278A-9F7C-4400-ABED-06B9409E16CF}" destId="{118F3E61-CAE3-4081-8561-CCBB587B4400}" srcOrd="0" destOrd="0" presId="urn:microsoft.com/office/officeart/2005/8/layout/default"/>
    <dgm:cxn modelId="{C5C5E735-0208-44D4-BDC6-8D67A7FB0448}" type="presOf" srcId="{3D82C3A9-595C-4A19-86DB-EDBD292C0B38}" destId="{D8EEB297-2B98-49E5-BDA2-8E27EFEA13ED}" srcOrd="0" destOrd="0" presId="urn:microsoft.com/office/officeart/2005/8/layout/default"/>
    <dgm:cxn modelId="{D6CC985C-2E8B-46F5-9C20-C7228815507D}" srcId="{3D82C3A9-595C-4A19-86DB-EDBD292C0B38}" destId="{7B41A859-CB6F-4500-9799-18D43330988A}" srcOrd="0" destOrd="0" parTransId="{CC4383EB-D626-42F1-82C1-C298A0F88955}" sibTransId="{3DA99E75-0C71-4F1B-AB93-C21EE8369235}"/>
    <dgm:cxn modelId="{9E4C585E-BD51-4F43-BA2B-7A50BAB4C01F}" type="presOf" srcId="{33908C94-F8C8-4251-B03B-3E11B28EF148}" destId="{17895E8C-F57A-489A-A821-0986728EB89F}" srcOrd="0" destOrd="0" presId="urn:microsoft.com/office/officeart/2005/8/layout/default"/>
    <dgm:cxn modelId="{4BC82B53-2AE0-44D2-8FE8-DBA977A4BF21}" srcId="{3D82C3A9-595C-4A19-86DB-EDBD292C0B38}" destId="{EEC0278A-9F7C-4400-ABED-06B9409E16CF}" srcOrd="2" destOrd="0" parTransId="{E1C9891C-BF60-4DD6-ADEC-D824420E73C9}" sibTransId="{07130BF6-40C5-42EE-8E37-45211148F276}"/>
    <dgm:cxn modelId="{5E48A2DF-99D5-4F5A-A9D0-6BF79D0F0C5C}" srcId="{3D82C3A9-595C-4A19-86DB-EDBD292C0B38}" destId="{33908C94-F8C8-4251-B03B-3E11B28EF148}" srcOrd="1" destOrd="0" parTransId="{46B8308F-A79B-45A2-A09B-A37A46777F4D}" sibTransId="{62B4B245-25DB-4384-9334-38D452EB8957}"/>
    <dgm:cxn modelId="{71A4A5E6-7F8E-4608-97E0-D22D9EF9263B}" type="presOf" srcId="{7B41A859-CB6F-4500-9799-18D43330988A}" destId="{028A5683-AFB8-4B8F-B353-FD3437EACB00}" srcOrd="0" destOrd="0" presId="urn:microsoft.com/office/officeart/2005/8/layout/default"/>
    <dgm:cxn modelId="{88CF1FE4-71E3-4D48-B842-D66A276F7B7C}" type="presParOf" srcId="{D8EEB297-2B98-49E5-BDA2-8E27EFEA13ED}" destId="{028A5683-AFB8-4B8F-B353-FD3437EACB00}" srcOrd="0" destOrd="0" presId="urn:microsoft.com/office/officeart/2005/8/layout/default"/>
    <dgm:cxn modelId="{4596733D-80E5-4F42-9C38-DEEFF63EB703}" type="presParOf" srcId="{D8EEB297-2B98-49E5-BDA2-8E27EFEA13ED}" destId="{E42F7B42-B851-46DE-AC5F-1FE49A888BE0}" srcOrd="1" destOrd="0" presId="urn:microsoft.com/office/officeart/2005/8/layout/default"/>
    <dgm:cxn modelId="{D6A2DDE2-92CB-445A-812D-28D3A735D5D3}" type="presParOf" srcId="{D8EEB297-2B98-49E5-BDA2-8E27EFEA13ED}" destId="{17895E8C-F57A-489A-A821-0986728EB89F}" srcOrd="2" destOrd="0" presId="urn:microsoft.com/office/officeart/2005/8/layout/default"/>
    <dgm:cxn modelId="{8EC4E318-AFDD-452A-A10A-55D6EBA925C5}" type="presParOf" srcId="{D8EEB297-2B98-49E5-BDA2-8E27EFEA13ED}" destId="{C96FCAAF-ACAB-436D-84C9-3C3E3EC1E0BB}" srcOrd="3" destOrd="0" presId="urn:microsoft.com/office/officeart/2005/8/layout/default"/>
    <dgm:cxn modelId="{25E13604-BB79-4B05-9828-B7585F4AA970}" type="presParOf" srcId="{D8EEB297-2B98-49E5-BDA2-8E27EFEA13ED}" destId="{118F3E61-CAE3-4081-8561-CCBB587B4400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D82C3A9-595C-4A19-86DB-EDBD292C0B38}" type="doc">
      <dgm:prSet loTypeId="urn:microsoft.com/office/officeart/2011/layout/TabList" loCatId="list" qsTypeId="urn:microsoft.com/office/officeart/2005/8/quickstyle/simple3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7B41A859-CB6F-4500-9799-18D43330988A}">
      <dgm:prSet phldrT="[Text]"/>
      <dgm:spPr/>
      <dgm:t>
        <a:bodyPr/>
        <a:lstStyle/>
        <a:p>
          <a:r>
            <a:rPr lang="en-US" dirty="0"/>
            <a:t>Simple Past</a:t>
          </a:r>
        </a:p>
      </dgm:t>
    </dgm:pt>
    <dgm:pt modelId="{CC4383EB-D626-42F1-82C1-C298A0F88955}" type="parTrans" cxnId="{D6CC985C-2E8B-46F5-9C20-C7228815507D}">
      <dgm:prSet/>
      <dgm:spPr/>
      <dgm:t>
        <a:bodyPr/>
        <a:lstStyle/>
        <a:p>
          <a:endParaRPr lang="en-US"/>
        </a:p>
      </dgm:t>
    </dgm:pt>
    <dgm:pt modelId="{3DA99E75-0C71-4F1B-AB93-C21EE8369235}" type="sibTrans" cxnId="{D6CC985C-2E8B-46F5-9C20-C7228815507D}">
      <dgm:prSet/>
      <dgm:spPr/>
      <dgm:t>
        <a:bodyPr/>
        <a:lstStyle/>
        <a:p>
          <a:endParaRPr lang="en-US"/>
        </a:p>
      </dgm:t>
    </dgm:pt>
    <dgm:pt modelId="{33908C94-F8C8-4251-B03B-3E11B28EF148}">
      <dgm:prSet phldrT="[Text]"/>
      <dgm:spPr/>
      <dgm:t>
        <a:bodyPr/>
        <a:lstStyle/>
        <a:p>
          <a:r>
            <a:rPr lang="en-US" dirty="0"/>
            <a:t>Past Continuous</a:t>
          </a:r>
        </a:p>
      </dgm:t>
    </dgm:pt>
    <dgm:pt modelId="{46B8308F-A79B-45A2-A09B-A37A46777F4D}" type="parTrans" cxnId="{5E48A2DF-99D5-4F5A-A9D0-6BF79D0F0C5C}">
      <dgm:prSet/>
      <dgm:spPr/>
      <dgm:t>
        <a:bodyPr/>
        <a:lstStyle/>
        <a:p>
          <a:endParaRPr lang="en-US"/>
        </a:p>
      </dgm:t>
    </dgm:pt>
    <dgm:pt modelId="{62B4B245-25DB-4384-9334-38D452EB8957}" type="sibTrans" cxnId="{5E48A2DF-99D5-4F5A-A9D0-6BF79D0F0C5C}">
      <dgm:prSet/>
      <dgm:spPr/>
      <dgm:t>
        <a:bodyPr/>
        <a:lstStyle/>
        <a:p>
          <a:endParaRPr lang="en-US"/>
        </a:p>
      </dgm:t>
    </dgm:pt>
    <dgm:pt modelId="{EEC0278A-9F7C-4400-ABED-06B9409E16CF}">
      <dgm:prSet phldrT="[Text]"/>
      <dgm:spPr/>
      <dgm:t>
        <a:bodyPr/>
        <a:lstStyle/>
        <a:p>
          <a:r>
            <a:rPr lang="en-US" dirty="0"/>
            <a:t>Past Perfect</a:t>
          </a:r>
        </a:p>
      </dgm:t>
    </dgm:pt>
    <dgm:pt modelId="{E1C9891C-BF60-4DD6-ADEC-D824420E73C9}" type="parTrans" cxnId="{4BC82B53-2AE0-44D2-8FE8-DBA977A4BF21}">
      <dgm:prSet/>
      <dgm:spPr/>
      <dgm:t>
        <a:bodyPr/>
        <a:lstStyle/>
        <a:p>
          <a:endParaRPr lang="en-US"/>
        </a:p>
      </dgm:t>
    </dgm:pt>
    <dgm:pt modelId="{07130BF6-40C5-42EE-8E37-45211148F276}" type="sibTrans" cxnId="{4BC82B53-2AE0-44D2-8FE8-DBA977A4BF21}">
      <dgm:prSet/>
      <dgm:spPr/>
      <dgm:t>
        <a:bodyPr/>
        <a:lstStyle/>
        <a:p>
          <a:endParaRPr lang="en-US"/>
        </a:p>
      </dgm:t>
    </dgm:pt>
    <dgm:pt modelId="{1DC83DD0-E280-4C66-82ED-91E4053F2B21}" type="pres">
      <dgm:prSet presAssocID="{3D82C3A9-595C-4A19-86DB-EDBD292C0B38}" presName="Name0" presStyleCnt="0">
        <dgm:presLayoutVars>
          <dgm:chMax/>
          <dgm:chPref val="3"/>
          <dgm:dir/>
          <dgm:animOne val="branch"/>
          <dgm:animLvl val="lvl"/>
        </dgm:presLayoutVars>
      </dgm:prSet>
      <dgm:spPr/>
    </dgm:pt>
    <dgm:pt modelId="{566B0C22-C25D-4F0D-8C61-AF809D1B3B7A}" type="pres">
      <dgm:prSet presAssocID="{7B41A859-CB6F-4500-9799-18D43330988A}" presName="composite" presStyleCnt="0"/>
      <dgm:spPr/>
    </dgm:pt>
    <dgm:pt modelId="{234F2547-F0F3-4D06-AF0C-50251BA64502}" type="pres">
      <dgm:prSet presAssocID="{7B41A859-CB6F-4500-9799-18D43330988A}" presName="FirstChild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F856B9C6-CB6C-4D50-8524-4EF090D9F86F}" type="pres">
      <dgm:prSet presAssocID="{7B41A859-CB6F-4500-9799-18D43330988A}" presName="Parent" presStyleLbl="alignNode1" presStyleIdx="0" presStyleCnt="3">
        <dgm:presLayoutVars>
          <dgm:chMax val="3"/>
          <dgm:chPref val="3"/>
          <dgm:bulletEnabled val="1"/>
        </dgm:presLayoutVars>
      </dgm:prSet>
      <dgm:spPr/>
    </dgm:pt>
    <dgm:pt modelId="{0154ACEB-0FCC-4353-823B-E53E9219A109}" type="pres">
      <dgm:prSet presAssocID="{7B41A859-CB6F-4500-9799-18D43330988A}" presName="Accent" presStyleLbl="parChTrans1D1" presStyleIdx="0" presStyleCnt="3"/>
      <dgm:spPr/>
    </dgm:pt>
    <dgm:pt modelId="{6C39E7FB-73C7-465C-ABD2-2E98F879F4DC}" type="pres">
      <dgm:prSet presAssocID="{3DA99E75-0C71-4F1B-AB93-C21EE8369235}" presName="sibTrans" presStyleCnt="0"/>
      <dgm:spPr/>
    </dgm:pt>
    <dgm:pt modelId="{99EB7BF1-26B9-42CD-92B1-01D24C0961D4}" type="pres">
      <dgm:prSet presAssocID="{33908C94-F8C8-4251-B03B-3E11B28EF148}" presName="composite" presStyleCnt="0"/>
      <dgm:spPr/>
    </dgm:pt>
    <dgm:pt modelId="{141AECD2-A082-4D3F-9673-CF7811DE7B8C}" type="pres">
      <dgm:prSet presAssocID="{33908C94-F8C8-4251-B03B-3E11B28EF148}" presName="FirstChild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17002D85-7191-41B1-9114-A6862DDB6A09}" type="pres">
      <dgm:prSet presAssocID="{33908C94-F8C8-4251-B03B-3E11B28EF148}" presName="Parent" presStyleLbl="alignNode1" presStyleIdx="1" presStyleCnt="3">
        <dgm:presLayoutVars>
          <dgm:chMax val="3"/>
          <dgm:chPref val="3"/>
          <dgm:bulletEnabled val="1"/>
        </dgm:presLayoutVars>
      </dgm:prSet>
      <dgm:spPr/>
    </dgm:pt>
    <dgm:pt modelId="{FF82458F-3F9F-4A83-871C-5C634E4B2874}" type="pres">
      <dgm:prSet presAssocID="{33908C94-F8C8-4251-B03B-3E11B28EF148}" presName="Accent" presStyleLbl="parChTrans1D1" presStyleIdx="1" presStyleCnt="3"/>
      <dgm:spPr/>
    </dgm:pt>
    <dgm:pt modelId="{665E386E-A593-4060-A5C3-45CED3CAC197}" type="pres">
      <dgm:prSet presAssocID="{62B4B245-25DB-4384-9334-38D452EB8957}" presName="sibTrans" presStyleCnt="0"/>
      <dgm:spPr/>
    </dgm:pt>
    <dgm:pt modelId="{ECBD0F0B-F04A-4D4C-BE86-99E33073D364}" type="pres">
      <dgm:prSet presAssocID="{EEC0278A-9F7C-4400-ABED-06B9409E16CF}" presName="composite" presStyleCnt="0"/>
      <dgm:spPr/>
    </dgm:pt>
    <dgm:pt modelId="{E130CC9E-3D81-4C8F-A7AD-7331DFC7888B}" type="pres">
      <dgm:prSet presAssocID="{EEC0278A-9F7C-4400-ABED-06B9409E16CF}" presName="FirstChild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8DF8D854-4F17-4B1C-B36B-D78A5314FE1F}" type="pres">
      <dgm:prSet presAssocID="{EEC0278A-9F7C-4400-ABED-06B9409E16CF}" presName="Parent" presStyleLbl="alignNode1" presStyleIdx="2" presStyleCnt="3">
        <dgm:presLayoutVars>
          <dgm:chMax val="3"/>
          <dgm:chPref val="3"/>
          <dgm:bulletEnabled val="1"/>
        </dgm:presLayoutVars>
      </dgm:prSet>
      <dgm:spPr/>
    </dgm:pt>
    <dgm:pt modelId="{343EA60E-4BDF-4F67-B289-380F2911CA0D}" type="pres">
      <dgm:prSet presAssocID="{EEC0278A-9F7C-4400-ABED-06B9409E16CF}" presName="Accent" presStyleLbl="parChTrans1D1" presStyleIdx="2" presStyleCnt="3"/>
      <dgm:spPr/>
    </dgm:pt>
  </dgm:ptLst>
  <dgm:cxnLst>
    <dgm:cxn modelId="{E899722C-EBED-4CAD-99C8-58707B7B4DC8}" type="presOf" srcId="{EEC0278A-9F7C-4400-ABED-06B9409E16CF}" destId="{8DF8D854-4F17-4B1C-B36B-D78A5314FE1F}" srcOrd="0" destOrd="0" presId="urn:microsoft.com/office/officeart/2011/layout/TabList"/>
    <dgm:cxn modelId="{E4D04431-1D96-4D87-9D0E-845B1C7605DE}" type="presOf" srcId="{7B41A859-CB6F-4500-9799-18D43330988A}" destId="{F856B9C6-CB6C-4D50-8524-4EF090D9F86F}" srcOrd="0" destOrd="0" presId="urn:microsoft.com/office/officeart/2011/layout/TabList"/>
    <dgm:cxn modelId="{D6CC985C-2E8B-46F5-9C20-C7228815507D}" srcId="{3D82C3A9-595C-4A19-86DB-EDBD292C0B38}" destId="{7B41A859-CB6F-4500-9799-18D43330988A}" srcOrd="0" destOrd="0" parTransId="{CC4383EB-D626-42F1-82C1-C298A0F88955}" sibTransId="{3DA99E75-0C71-4F1B-AB93-C21EE8369235}"/>
    <dgm:cxn modelId="{4BC82B53-2AE0-44D2-8FE8-DBA977A4BF21}" srcId="{3D82C3A9-595C-4A19-86DB-EDBD292C0B38}" destId="{EEC0278A-9F7C-4400-ABED-06B9409E16CF}" srcOrd="2" destOrd="0" parTransId="{E1C9891C-BF60-4DD6-ADEC-D824420E73C9}" sibTransId="{07130BF6-40C5-42EE-8E37-45211148F276}"/>
    <dgm:cxn modelId="{753A7DD6-1F7D-4263-AD0C-F486AE873013}" type="presOf" srcId="{33908C94-F8C8-4251-B03B-3E11B28EF148}" destId="{17002D85-7191-41B1-9114-A6862DDB6A09}" srcOrd="0" destOrd="0" presId="urn:microsoft.com/office/officeart/2011/layout/TabList"/>
    <dgm:cxn modelId="{5E48A2DF-99D5-4F5A-A9D0-6BF79D0F0C5C}" srcId="{3D82C3A9-595C-4A19-86DB-EDBD292C0B38}" destId="{33908C94-F8C8-4251-B03B-3E11B28EF148}" srcOrd="1" destOrd="0" parTransId="{46B8308F-A79B-45A2-A09B-A37A46777F4D}" sibTransId="{62B4B245-25DB-4384-9334-38D452EB8957}"/>
    <dgm:cxn modelId="{BC0A10E9-70F1-4610-8389-907A034A8C4E}" type="presOf" srcId="{3D82C3A9-595C-4A19-86DB-EDBD292C0B38}" destId="{1DC83DD0-E280-4C66-82ED-91E4053F2B21}" srcOrd="0" destOrd="0" presId="urn:microsoft.com/office/officeart/2011/layout/TabList"/>
    <dgm:cxn modelId="{2B026D7A-10DC-4287-876D-04048F9B70EF}" type="presParOf" srcId="{1DC83DD0-E280-4C66-82ED-91E4053F2B21}" destId="{566B0C22-C25D-4F0D-8C61-AF809D1B3B7A}" srcOrd="0" destOrd="0" presId="urn:microsoft.com/office/officeart/2011/layout/TabList"/>
    <dgm:cxn modelId="{649FC77B-6F4B-4354-B598-561645C865C3}" type="presParOf" srcId="{566B0C22-C25D-4F0D-8C61-AF809D1B3B7A}" destId="{234F2547-F0F3-4D06-AF0C-50251BA64502}" srcOrd="0" destOrd="0" presId="urn:microsoft.com/office/officeart/2011/layout/TabList"/>
    <dgm:cxn modelId="{599126D8-5492-4034-8957-8F7FB49CC225}" type="presParOf" srcId="{566B0C22-C25D-4F0D-8C61-AF809D1B3B7A}" destId="{F856B9C6-CB6C-4D50-8524-4EF090D9F86F}" srcOrd="1" destOrd="0" presId="urn:microsoft.com/office/officeart/2011/layout/TabList"/>
    <dgm:cxn modelId="{BEAB1A78-17FE-4DA0-A0A4-FD4788BA0BCE}" type="presParOf" srcId="{566B0C22-C25D-4F0D-8C61-AF809D1B3B7A}" destId="{0154ACEB-0FCC-4353-823B-E53E9219A109}" srcOrd="2" destOrd="0" presId="urn:microsoft.com/office/officeart/2011/layout/TabList"/>
    <dgm:cxn modelId="{641B0EE9-2B33-488A-9023-F2EDB10B18A0}" type="presParOf" srcId="{1DC83DD0-E280-4C66-82ED-91E4053F2B21}" destId="{6C39E7FB-73C7-465C-ABD2-2E98F879F4DC}" srcOrd="1" destOrd="0" presId="urn:microsoft.com/office/officeart/2011/layout/TabList"/>
    <dgm:cxn modelId="{F9B47C3A-BA81-4800-A25F-C863A96BAFFD}" type="presParOf" srcId="{1DC83DD0-E280-4C66-82ED-91E4053F2B21}" destId="{99EB7BF1-26B9-42CD-92B1-01D24C0961D4}" srcOrd="2" destOrd="0" presId="urn:microsoft.com/office/officeart/2011/layout/TabList"/>
    <dgm:cxn modelId="{ACA0D193-1A78-4F2B-A89C-DB9E270E9F05}" type="presParOf" srcId="{99EB7BF1-26B9-42CD-92B1-01D24C0961D4}" destId="{141AECD2-A082-4D3F-9673-CF7811DE7B8C}" srcOrd="0" destOrd="0" presId="urn:microsoft.com/office/officeart/2011/layout/TabList"/>
    <dgm:cxn modelId="{BD5BD705-6B2C-4361-8E8F-B9B273DD0F49}" type="presParOf" srcId="{99EB7BF1-26B9-42CD-92B1-01D24C0961D4}" destId="{17002D85-7191-41B1-9114-A6862DDB6A09}" srcOrd="1" destOrd="0" presId="urn:microsoft.com/office/officeart/2011/layout/TabList"/>
    <dgm:cxn modelId="{E719218E-88F2-49A0-8B1D-37A984617D78}" type="presParOf" srcId="{99EB7BF1-26B9-42CD-92B1-01D24C0961D4}" destId="{FF82458F-3F9F-4A83-871C-5C634E4B2874}" srcOrd="2" destOrd="0" presId="urn:microsoft.com/office/officeart/2011/layout/TabList"/>
    <dgm:cxn modelId="{45AE9F55-4A2B-48E9-ABDB-DA3A1F47355A}" type="presParOf" srcId="{1DC83DD0-E280-4C66-82ED-91E4053F2B21}" destId="{665E386E-A593-4060-A5C3-45CED3CAC197}" srcOrd="3" destOrd="0" presId="urn:microsoft.com/office/officeart/2011/layout/TabList"/>
    <dgm:cxn modelId="{D53F41F7-210C-43E4-879D-D04C367FD730}" type="presParOf" srcId="{1DC83DD0-E280-4C66-82ED-91E4053F2B21}" destId="{ECBD0F0B-F04A-4D4C-BE86-99E33073D364}" srcOrd="4" destOrd="0" presId="urn:microsoft.com/office/officeart/2011/layout/TabList"/>
    <dgm:cxn modelId="{691F57C3-EE7D-4377-91FD-E741D435F91B}" type="presParOf" srcId="{ECBD0F0B-F04A-4D4C-BE86-99E33073D364}" destId="{E130CC9E-3D81-4C8F-A7AD-7331DFC7888B}" srcOrd="0" destOrd="0" presId="urn:microsoft.com/office/officeart/2011/layout/TabList"/>
    <dgm:cxn modelId="{C8625AF9-31F2-439C-90D3-D60F66D06D5A}" type="presParOf" srcId="{ECBD0F0B-F04A-4D4C-BE86-99E33073D364}" destId="{8DF8D854-4F17-4B1C-B36B-D78A5314FE1F}" srcOrd="1" destOrd="0" presId="urn:microsoft.com/office/officeart/2011/layout/TabList"/>
    <dgm:cxn modelId="{F90DAFAC-5014-4606-894C-4B17F51946A7}" type="presParOf" srcId="{ECBD0F0B-F04A-4D4C-BE86-99E33073D364}" destId="{343EA60E-4BDF-4F67-B289-380F2911CA0D}" srcOrd="2" destOrd="0" presId="urn:microsoft.com/office/officeart/2011/layout/Tab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D82C3A9-595C-4A19-86DB-EDBD292C0B38}" type="doc">
      <dgm:prSet loTypeId="urn:diagrams.loki3.com/VaryingWidthList" loCatId="list" qsTypeId="urn:microsoft.com/office/officeart/2005/8/quickstyle/simple3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7B41A859-CB6F-4500-9799-18D43330988A}">
      <dgm:prSet phldrT="[Text]" custT="1"/>
      <dgm:spPr>
        <a:gradFill flip="none" rotWithShape="0">
          <a:gsLst>
            <a:gs pos="0">
              <a:srgbClr val="FFC000">
                <a:shade val="30000"/>
                <a:satMod val="115000"/>
              </a:srgbClr>
            </a:gs>
            <a:gs pos="50000">
              <a:srgbClr val="FFC000">
                <a:shade val="67500"/>
                <a:satMod val="115000"/>
              </a:srgbClr>
            </a:gs>
            <a:gs pos="100000">
              <a:srgbClr val="FFC000">
                <a:shade val="100000"/>
                <a:satMod val="115000"/>
              </a:srgbClr>
            </a:gs>
          </a:gsLst>
          <a:lin ang="0" scaled="1"/>
          <a:tileRect/>
        </a:gradFill>
      </dgm:spPr>
      <dgm:t>
        <a:bodyPr/>
        <a:lstStyle/>
        <a:p>
          <a:r>
            <a:rPr lang="en-US" sz="4800" dirty="0"/>
            <a:t>SIMPLE PAST</a:t>
          </a:r>
        </a:p>
      </dgm:t>
    </dgm:pt>
    <dgm:pt modelId="{CC4383EB-D626-42F1-82C1-C298A0F88955}" type="parTrans" cxnId="{D6CC985C-2E8B-46F5-9C20-C7228815507D}">
      <dgm:prSet/>
      <dgm:spPr/>
      <dgm:t>
        <a:bodyPr/>
        <a:lstStyle/>
        <a:p>
          <a:endParaRPr lang="en-US"/>
        </a:p>
      </dgm:t>
    </dgm:pt>
    <dgm:pt modelId="{3DA99E75-0C71-4F1B-AB93-C21EE8369235}" type="sibTrans" cxnId="{D6CC985C-2E8B-46F5-9C20-C7228815507D}">
      <dgm:prSet/>
      <dgm:spPr/>
      <dgm:t>
        <a:bodyPr/>
        <a:lstStyle/>
        <a:p>
          <a:endParaRPr lang="en-US"/>
        </a:p>
      </dgm:t>
    </dgm:pt>
    <dgm:pt modelId="{CE900F90-0BE6-4F86-A1D3-A0984E115B0C}" type="pres">
      <dgm:prSet presAssocID="{3D82C3A9-595C-4A19-86DB-EDBD292C0B38}" presName="Name0" presStyleCnt="0">
        <dgm:presLayoutVars>
          <dgm:resizeHandles/>
        </dgm:presLayoutVars>
      </dgm:prSet>
      <dgm:spPr/>
    </dgm:pt>
    <dgm:pt modelId="{AEDC30C8-8076-4095-9840-A2C3F101D07F}" type="pres">
      <dgm:prSet presAssocID="{7B41A859-CB6F-4500-9799-18D43330988A}" presName="text" presStyleLbl="node1" presStyleIdx="0" presStyleCnt="1" custScaleX="121848" custLinFactNeighborX="-2654" custLinFactNeighborY="0">
        <dgm:presLayoutVars>
          <dgm:bulletEnabled val="1"/>
        </dgm:presLayoutVars>
      </dgm:prSet>
      <dgm:spPr/>
    </dgm:pt>
  </dgm:ptLst>
  <dgm:cxnLst>
    <dgm:cxn modelId="{D6CC985C-2E8B-46F5-9C20-C7228815507D}" srcId="{3D82C3A9-595C-4A19-86DB-EDBD292C0B38}" destId="{7B41A859-CB6F-4500-9799-18D43330988A}" srcOrd="0" destOrd="0" parTransId="{CC4383EB-D626-42F1-82C1-C298A0F88955}" sibTransId="{3DA99E75-0C71-4F1B-AB93-C21EE8369235}"/>
    <dgm:cxn modelId="{6201508F-3D03-452D-BA46-A79FBF91A971}" type="presOf" srcId="{3D82C3A9-595C-4A19-86DB-EDBD292C0B38}" destId="{CE900F90-0BE6-4F86-A1D3-A0984E115B0C}" srcOrd="0" destOrd="0" presId="urn:diagrams.loki3.com/VaryingWidthList"/>
    <dgm:cxn modelId="{B7B6DFAC-78DB-4EA4-839E-738D00F8AB73}" type="presOf" srcId="{7B41A859-CB6F-4500-9799-18D43330988A}" destId="{AEDC30C8-8076-4095-9840-A2C3F101D07F}" srcOrd="0" destOrd="0" presId="urn:diagrams.loki3.com/VaryingWidthList"/>
    <dgm:cxn modelId="{C5C9E8C0-0AFE-4A7D-BFB0-81F1B6BA795B}" type="presParOf" srcId="{CE900F90-0BE6-4F86-A1D3-A0984E115B0C}" destId="{AEDC30C8-8076-4095-9840-A2C3F101D07F}" srcOrd="0" destOrd="0" presId="urn:diagrams.loki3.com/VaryingWidth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D82C3A9-595C-4A19-86DB-EDBD292C0B38}" type="doc">
      <dgm:prSet loTypeId="urn:diagrams.loki3.com/VaryingWidthList" loCatId="list" qsTypeId="urn:microsoft.com/office/officeart/2005/8/quickstyle/simple3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7B41A859-CB6F-4500-9799-18D43330988A}">
      <dgm:prSet phldrT="[Text]" custT="1"/>
      <dgm:spPr>
        <a:gradFill flip="none" rotWithShape="0">
          <a:gsLst>
            <a:gs pos="0">
              <a:srgbClr val="92D050">
                <a:shade val="30000"/>
                <a:satMod val="115000"/>
              </a:srgbClr>
            </a:gs>
            <a:gs pos="50000">
              <a:srgbClr val="92D050">
                <a:shade val="67500"/>
                <a:satMod val="115000"/>
              </a:srgbClr>
            </a:gs>
            <a:gs pos="100000">
              <a:srgbClr val="92D050">
                <a:shade val="100000"/>
                <a:satMod val="115000"/>
              </a:srgbClr>
            </a:gs>
          </a:gsLst>
          <a:lin ang="0" scaled="1"/>
          <a:tileRect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gm:spPr>
      <dgm:t>
        <a:bodyPr spcFirstLastPara="0" vert="horz" wrap="square" lIns="91440" tIns="91440" rIns="91440" bIns="91440" numCol="1" spcCol="1270" anchor="ctr" anchorCtr="0"/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rPr>
            <a:t>Past</a:t>
          </a:r>
        </a:p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rPr>
            <a:t>CONTINUOUS</a:t>
          </a:r>
        </a:p>
      </dgm:t>
    </dgm:pt>
    <dgm:pt modelId="{CC4383EB-D626-42F1-82C1-C298A0F88955}" type="parTrans" cxnId="{D6CC985C-2E8B-46F5-9C20-C7228815507D}">
      <dgm:prSet/>
      <dgm:spPr/>
      <dgm:t>
        <a:bodyPr/>
        <a:lstStyle/>
        <a:p>
          <a:endParaRPr lang="en-US"/>
        </a:p>
      </dgm:t>
    </dgm:pt>
    <dgm:pt modelId="{3DA99E75-0C71-4F1B-AB93-C21EE8369235}" type="sibTrans" cxnId="{D6CC985C-2E8B-46F5-9C20-C7228815507D}">
      <dgm:prSet/>
      <dgm:spPr/>
      <dgm:t>
        <a:bodyPr/>
        <a:lstStyle/>
        <a:p>
          <a:endParaRPr lang="en-US"/>
        </a:p>
      </dgm:t>
    </dgm:pt>
    <dgm:pt modelId="{CE900F90-0BE6-4F86-A1D3-A0984E115B0C}" type="pres">
      <dgm:prSet presAssocID="{3D82C3A9-595C-4A19-86DB-EDBD292C0B38}" presName="Name0" presStyleCnt="0">
        <dgm:presLayoutVars>
          <dgm:resizeHandles/>
        </dgm:presLayoutVars>
      </dgm:prSet>
      <dgm:spPr/>
    </dgm:pt>
    <dgm:pt modelId="{AEDC30C8-8076-4095-9840-A2C3F101D07F}" type="pres">
      <dgm:prSet presAssocID="{7B41A859-CB6F-4500-9799-18D43330988A}" presName="text" presStyleLbl="node1" presStyleIdx="0" presStyleCnt="1" custLinFactNeighborX="-2654" custLinFactNeighborY="0">
        <dgm:presLayoutVars>
          <dgm:bulletEnabled val="1"/>
        </dgm:presLayoutVars>
      </dgm:prSet>
      <dgm:spPr>
        <a:xfrm>
          <a:off x="21927" y="0"/>
          <a:ext cx="2790000" cy="3852333"/>
        </a:xfrm>
        <a:prstGeom prst="rect">
          <a:avLst/>
        </a:prstGeom>
      </dgm:spPr>
    </dgm:pt>
  </dgm:ptLst>
  <dgm:cxnLst>
    <dgm:cxn modelId="{D6CC985C-2E8B-46F5-9C20-C7228815507D}" srcId="{3D82C3A9-595C-4A19-86DB-EDBD292C0B38}" destId="{7B41A859-CB6F-4500-9799-18D43330988A}" srcOrd="0" destOrd="0" parTransId="{CC4383EB-D626-42F1-82C1-C298A0F88955}" sibTransId="{3DA99E75-0C71-4F1B-AB93-C21EE8369235}"/>
    <dgm:cxn modelId="{6201508F-3D03-452D-BA46-A79FBF91A971}" type="presOf" srcId="{3D82C3A9-595C-4A19-86DB-EDBD292C0B38}" destId="{CE900F90-0BE6-4F86-A1D3-A0984E115B0C}" srcOrd="0" destOrd="0" presId="urn:diagrams.loki3.com/VaryingWidthList"/>
    <dgm:cxn modelId="{B7B6DFAC-78DB-4EA4-839E-738D00F8AB73}" type="presOf" srcId="{7B41A859-CB6F-4500-9799-18D43330988A}" destId="{AEDC30C8-8076-4095-9840-A2C3F101D07F}" srcOrd="0" destOrd="0" presId="urn:diagrams.loki3.com/VaryingWidthList"/>
    <dgm:cxn modelId="{C5C9E8C0-0AFE-4A7D-BFB0-81F1B6BA795B}" type="presParOf" srcId="{CE900F90-0BE6-4F86-A1D3-A0984E115B0C}" destId="{AEDC30C8-8076-4095-9840-A2C3F101D07F}" srcOrd="0" destOrd="0" presId="urn:diagrams.loki3.com/VaryingWidth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D82C3A9-595C-4A19-86DB-EDBD292C0B38}" type="doc">
      <dgm:prSet loTypeId="urn:diagrams.loki3.com/VaryingWidthList" loCatId="list" qsTypeId="urn:microsoft.com/office/officeart/2005/8/quickstyle/simple3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7B41A859-CB6F-4500-9799-18D43330988A}">
      <dgm:prSet phldrT="[Text]" custT="1"/>
      <dgm:spPr>
        <a:gradFill flip="none" rotWithShape="0">
          <a:gsLst>
            <a:gs pos="0">
              <a:srgbClr val="00B0F0">
                <a:shade val="30000"/>
                <a:satMod val="115000"/>
              </a:srgbClr>
            </a:gs>
            <a:gs pos="50000">
              <a:srgbClr val="00B0F0">
                <a:shade val="67500"/>
                <a:satMod val="115000"/>
              </a:srgbClr>
            </a:gs>
            <a:gs pos="100000">
              <a:srgbClr val="00B0F0">
                <a:shade val="100000"/>
                <a:satMod val="115000"/>
              </a:srgbClr>
            </a:gs>
          </a:gsLst>
          <a:lin ang="0" scaled="1"/>
          <a:tileRect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gm:spPr>
      <dgm:t>
        <a:bodyPr spcFirstLastPara="0" vert="horz" wrap="square" lIns="91440" tIns="91440" rIns="91440" bIns="91440" numCol="1" spcCol="1270" anchor="ctr" anchorCtr="0"/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rPr>
            <a:t>PAST</a:t>
          </a:r>
        </a:p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rPr>
            <a:t>PERFECT</a:t>
          </a:r>
        </a:p>
      </dgm:t>
    </dgm:pt>
    <dgm:pt modelId="{CC4383EB-D626-42F1-82C1-C298A0F88955}" type="parTrans" cxnId="{D6CC985C-2E8B-46F5-9C20-C7228815507D}">
      <dgm:prSet/>
      <dgm:spPr/>
      <dgm:t>
        <a:bodyPr/>
        <a:lstStyle/>
        <a:p>
          <a:endParaRPr lang="en-US"/>
        </a:p>
      </dgm:t>
    </dgm:pt>
    <dgm:pt modelId="{3DA99E75-0C71-4F1B-AB93-C21EE8369235}" type="sibTrans" cxnId="{D6CC985C-2E8B-46F5-9C20-C7228815507D}">
      <dgm:prSet/>
      <dgm:spPr/>
      <dgm:t>
        <a:bodyPr/>
        <a:lstStyle/>
        <a:p>
          <a:endParaRPr lang="en-US"/>
        </a:p>
      </dgm:t>
    </dgm:pt>
    <dgm:pt modelId="{CE900F90-0BE6-4F86-A1D3-A0984E115B0C}" type="pres">
      <dgm:prSet presAssocID="{3D82C3A9-595C-4A19-86DB-EDBD292C0B38}" presName="Name0" presStyleCnt="0">
        <dgm:presLayoutVars>
          <dgm:resizeHandles/>
        </dgm:presLayoutVars>
      </dgm:prSet>
      <dgm:spPr/>
    </dgm:pt>
    <dgm:pt modelId="{AEDC30C8-8076-4095-9840-A2C3F101D07F}" type="pres">
      <dgm:prSet presAssocID="{7B41A859-CB6F-4500-9799-18D43330988A}" presName="text" presStyleLbl="node1" presStyleIdx="0" presStyleCnt="1" custScaleX="154518" custLinFactNeighborX="-2654" custLinFactNeighborY="0">
        <dgm:presLayoutVars>
          <dgm:bulletEnabled val="1"/>
        </dgm:presLayoutVars>
      </dgm:prSet>
      <dgm:spPr>
        <a:xfrm>
          <a:off x="21927" y="0"/>
          <a:ext cx="2790000" cy="3852333"/>
        </a:xfrm>
        <a:prstGeom prst="rect">
          <a:avLst/>
        </a:prstGeom>
      </dgm:spPr>
    </dgm:pt>
  </dgm:ptLst>
  <dgm:cxnLst>
    <dgm:cxn modelId="{D6CC985C-2E8B-46F5-9C20-C7228815507D}" srcId="{3D82C3A9-595C-4A19-86DB-EDBD292C0B38}" destId="{7B41A859-CB6F-4500-9799-18D43330988A}" srcOrd="0" destOrd="0" parTransId="{CC4383EB-D626-42F1-82C1-C298A0F88955}" sibTransId="{3DA99E75-0C71-4F1B-AB93-C21EE8369235}"/>
    <dgm:cxn modelId="{6201508F-3D03-452D-BA46-A79FBF91A971}" type="presOf" srcId="{3D82C3A9-595C-4A19-86DB-EDBD292C0B38}" destId="{CE900F90-0BE6-4F86-A1D3-A0984E115B0C}" srcOrd="0" destOrd="0" presId="urn:diagrams.loki3.com/VaryingWidthList"/>
    <dgm:cxn modelId="{B7B6DFAC-78DB-4EA4-839E-738D00F8AB73}" type="presOf" srcId="{7B41A859-CB6F-4500-9799-18D43330988A}" destId="{AEDC30C8-8076-4095-9840-A2C3F101D07F}" srcOrd="0" destOrd="0" presId="urn:diagrams.loki3.com/VaryingWidthList"/>
    <dgm:cxn modelId="{C5C9E8C0-0AFE-4A7D-BFB0-81F1B6BA795B}" type="presParOf" srcId="{CE900F90-0BE6-4F86-A1D3-A0984E115B0C}" destId="{AEDC30C8-8076-4095-9840-A2C3F101D07F}" srcOrd="0" destOrd="0" presId="urn:diagrams.loki3.com/VaryingWidth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8A5683-AFB8-4B8F-B353-FD3437EACB00}">
      <dsp:nvSpPr>
        <dsp:cNvPr id="0" name=""/>
        <dsp:cNvSpPr/>
      </dsp:nvSpPr>
      <dsp:spPr>
        <a:xfrm>
          <a:off x="99510" y="988"/>
          <a:ext cx="2961811" cy="1777087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/>
            <a:t>Simple Past</a:t>
          </a:r>
        </a:p>
      </dsp:txBody>
      <dsp:txXfrm>
        <a:off x="99510" y="988"/>
        <a:ext cx="2961811" cy="1777087"/>
      </dsp:txXfrm>
    </dsp:sp>
    <dsp:sp modelId="{17895E8C-F57A-489A-A821-0986728EB89F}">
      <dsp:nvSpPr>
        <dsp:cNvPr id="0" name=""/>
        <dsp:cNvSpPr/>
      </dsp:nvSpPr>
      <dsp:spPr>
        <a:xfrm>
          <a:off x="3357503" y="988"/>
          <a:ext cx="2961811" cy="1777087"/>
        </a:xfrm>
        <a:prstGeom prst="rect">
          <a:avLst/>
        </a:prstGeom>
        <a:gradFill rotWithShape="0">
          <a:gsLst>
            <a:gs pos="0">
              <a:schemeClr val="accent4">
                <a:hueOff val="4900445"/>
                <a:satOff val="-20388"/>
                <a:lumOff val="4804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4900445"/>
                <a:satOff val="-20388"/>
                <a:lumOff val="4804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4900445"/>
                <a:satOff val="-20388"/>
                <a:lumOff val="4804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/>
            <a:t>Past</a:t>
          </a:r>
        </a:p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/>
            <a:t>Continuous</a:t>
          </a:r>
        </a:p>
      </dsp:txBody>
      <dsp:txXfrm>
        <a:off x="3357503" y="988"/>
        <a:ext cx="2961811" cy="1777087"/>
      </dsp:txXfrm>
    </dsp:sp>
    <dsp:sp modelId="{118F3E61-CAE3-4081-8561-CCBB587B4400}">
      <dsp:nvSpPr>
        <dsp:cNvPr id="0" name=""/>
        <dsp:cNvSpPr/>
      </dsp:nvSpPr>
      <dsp:spPr>
        <a:xfrm>
          <a:off x="1728507" y="2074257"/>
          <a:ext cx="2961811" cy="1777087"/>
        </a:xfrm>
        <a:prstGeom prst="rect">
          <a:avLst/>
        </a:prstGeom>
        <a:gradFill rotWithShape="0">
          <a:gsLst>
            <a:gs pos="0">
              <a:schemeClr val="accent4">
                <a:hueOff val="9800891"/>
                <a:satOff val="-40777"/>
                <a:lumOff val="9608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9800891"/>
                <a:satOff val="-40777"/>
                <a:lumOff val="9608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9800891"/>
                <a:satOff val="-40777"/>
                <a:lumOff val="9608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/>
            <a:t>Past</a:t>
          </a:r>
        </a:p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/>
            <a:t>Perfect</a:t>
          </a:r>
        </a:p>
      </dsp:txBody>
      <dsp:txXfrm>
        <a:off x="1728507" y="2074257"/>
        <a:ext cx="2961811" cy="177708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3EA60E-4BDF-4F67-B289-380F2911CA0D}">
      <dsp:nvSpPr>
        <dsp:cNvPr id="0" name=""/>
        <dsp:cNvSpPr/>
      </dsp:nvSpPr>
      <dsp:spPr>
        <a:xfrm>
          <a:off x="0" y="3852203"/>
          <a:ext cx="6418826" cy="0"/>
        </a:xfrm>
        <a:prstGeom prst="line">
          <a:avLst/>
        </a:pr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F82458F-3F9F-4A83-871C-5C634E4B2874}">
      <dsp:nvSpPr>
        <dsp:cNvPr id="0" name=""/>
        <dsp:cNvSpPr/>
      </dsp:nvSpPr>
      <dsp:spPr>
        <a:xfrm>
          <a:off x="0" y="2547468"/>
          <a:ext cx="6418826" cy="0"/>
        </a:xfrm>
        <a:prstGeom prst="line">
          <a:avLst/>
        </a:pr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154ACEB-0FCC-4353-823B-E53E9219A109}">
      <dsp:nvSpPr>
        <dsp:cNvPr id="0" name=""/>
        <dsp:cNvSpPr/>
      </dsp:nvSpPr>
      <dsp:spPr>
        <a:xfrm>
          <a:off x="0" y="1242734"/>
          <a:ext cx="6418826" cy="0"/>
        </a:xfrm>
        <a:prstGeom prst="line">
          <a:avLst/>
        </a:pr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4F2547-F0F3-4D06-AF0C-50251BA64502}">
      <dsp:nvSpPr>
        <dsp:cNvPr id="0" name=""/>
        <dsp:cNvSpPr/>
      </dsp:nvSpPr>
      <dsp:spPr>
        <a:xfrm>
          <a:off x="1668894" y="129"/>
          <a:ext cx="4749931" cy="12426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56B9C6-CB6C-4D50-8524-4EF090D9F86F}">
      <dsp:nvSpPr>
        <dsp:cNvPr id="0" name=""/>
        <dsp:cNvSpPr/>
      </dsp:nvSpPr>
      <dsp:spPr>
        <a:xfrm>
          <a:off x="0" y="129"/>
          <a:ext cx="1668894" cy="1242604"/>
        </a:xfrm>
        <a:prstGeom prst="round2SameRect">
          <a:avLst>
            <a:gd name="adj1" fmla="val 16670"/>
            <a:gd name="adj2" fmla="val 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Simple Past</a:t>
          </a:r>
        </a:p>
      </dsp:txBody>
      <dsp:txXfrm>
        <a:off x="60670" y="60799"/>
        <a:ext cx="1547554" cy="1181934"/>
      </dsp:txXfrm>
    </dsp:sp>
    <dsp:sp modelId="{141AECD2-A082-4D3F-9673-CF7811DE7B8C}">
      <dsp:nvSpPr>
        <dsp:cNvPr id="0" name=""/>
        <dsp:cNvSpPr/>
      </dsp:nvSpPr>
      <dsp:spPr>
        <a:xfrm>
          <a:off x="1668894" y="1304864"/>
          <a:ext cx="4749931" cy="12426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7002D85-7191-41B1-9114-A6862DDB6A09}">
      <dsp:nvSpPr>
        <dsp:cNvPr id="0" name=""/>
        <dsp:cNvSpPr/>
      </dsp:nvSpPr>
      <dsp:spPr>
        <a:xfrm>
          <a:off x="0" y="1304864"/>
          <a:ext cx="1668894" cy="1242604"/>
        </a:xfrm>
        <a:prstGeom prst="round2SameRect">
          <a:avLst>
            <a:gd name="adj1" fmla="val 16670"/>
            <a:gd name="adj2" fmla="val 0"/>
          </a:avLst>
        </a:prstGeom>
        <a:gradFill rotWithShape="0">
          <a:gsLst>
            <a:gs pos="0">
              <a:schemeClr val="accent4">
                <a:hueOff val="4900445"/>
                <a:satOff val="-20388"/>
                <a:lumOff val="4804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4900445"/>
                <a:satOff val="-20388"/>
                <a:lumOff val="4804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4900445"/>
                <a:satOff val="-20388"/>
                <a:lumOff val="4804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4900445"/>
              <a:satOff val="-20388"/>
              <a:lumOff val="480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Past Continuous</a:t>
          </a:r>
        </a:p>
      </dsp:txBody>
      <dsp:txXfrm>
        <a:off x="60670" y="1365534"/>
        <a:ext cx="1547554" cy="1181934"/>
      </dsp:txXfrm>
    </dsp:sp>
    <dsp:sp modelId="{E130CC9E-3D81-4C8F-A7AD-7331DFC7888B}">
      <dsp:nvSpPr>
        <dsp:cNvPr id="0" name=""/>
        <dsp:cNvSpPr/>
      </dsp:nvSpPr>
      <dsp:spPr>
        <a:xfrm>
          <a:off x="1668894" y="2609598"/>
          <a:ext cx="4749931" cy="12426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DF8D854-4F17-4B1C-B36B-D78A5314FE1F}">
      <dsp:nvSpPr>
        <dsp:cNvPr id="0" name=""/>
        <dsp:cNvSpPr/>
      </dsp:nvSpPr>
      <dsp:spPr>
        <a:xfrm>
          <a:off x="0" y="2609598"/>
          <a:ext cx="1668894" cy="1242604"/>
        </a:xfrm>
        <a:prstGeom prst="round2SameRect">
          <a:avLst>
            <a:gd name="adj1" fmla="val 16670"/>
            <a:gd name="adj2" fmla="val 0"/>
          </a:avLst>
        </a:prstGeom>
        <a:gradFill rotWithShape="0">
          <a:gsLst>
            <a:gs pos="0">
              <a:schemeClr val="accent4">
                <a:hueOff val="9800891"/>
                <a:satOff val="-40777"/>
                <a:lumOff val="9608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9800891"/>
                <a:satOff val="-40777"/>
                <a:lumOff val="9608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9800891"/>
                <a:satOff val="-40777"/>
                <a:lumOff val="9608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9800891"/>
              <a:satOff val="-40777"/>
              <a:lumOff val="960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Past Perfect</a:t>
          </a:r>
        </a:p>
      </dsp:txBody>
      <dsp:txXfrm>
        <a:off x="60670" y="2670268"/>
        <a:ext cx="1547554" cy="118193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DC30C8-8076-4095-9840-A2C3F101D07F}">
      <dsp:nvSpPr>
        <dsp:cNvPr id="0" name=""/>
        <dsp:cNvSpPr/>
      </dsp:nvSpPr>
      <dsp:spPr>
        <a:xfrm>
          <a:off x="174909" y="0"/>
          <a:ext cx="2522253" cy="3852333"/>
        </a:xfrm>
        <a:prstGeom prst="rect">
          <a:avLst/>
        </a:prstGeom>
        <a:gradFill flip="none" rotWithShape="0">
          <a:gsLst>
            <a:gs pos="0">
              <a:srgbClr val="FFC000">
                <a:shade val="30000"/>
                <a:satMod val="115000"/>
              </a:srgbClr>
            </a:gs>
            <a:gs pos="50000">
              <a:srgbClr val="FFC000">
                <a:shade val="67500"/>
                <a:satMod val="115000"/>
              </a:srgbClr>
            </a:gs>
            <a:gs pos="100000">
              <a:srgbClr val="FFC000">
                <a:shade val="100000"/>
                <a:satMod val="115000"/>
              </a:srgbClr>
            </a:gs>
          </a:gsLst>
          <a:lin ang="0" scaled="1"/>
          <a:tileRect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 dirty="0"/>
            <a:t>SIMPLE PAST</a:t>
          </a:r>
        </a:p>
      </dsp:txBody>
      <dsp:txXfrm>
        <a:off x="174909" y="0"/>
        <a:ext cx="2522253" cy="385233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DC30C8-8076-4095-9840-A2C3F101D07F}">
      <dsp:nvSpPr>
        <dsp:cNvPr id="0" name=""/>
        <dsp:cNvSpPr/>
      </dsp:nvSpPr>
      <dsp:spPr>
        <a:xfrm>
          <a:off x="21927" y="0"/>
          <a:ext cx="2790000" cy="3852333"/>
        </a:xfrm>
        <a:prstGeom prst="rect">
          <a:avLst/>
        </a:prstGeom>
        <a:gradFill flip="none" rotWithShape="0">
          <a:gsLst>
            <a:gs pos="0">
              <a:srgbClr val="92D050">
                <a:shade val="30000"/>
                <a:satMod val="115000"/>
              </a:srgbClr>
            </a:gs>
            <a:gs pos="50000">
              <a:srgbClr val="92D050">
                <a:shade val="67500"/>
                <a:satMod val="115000"/>
              </a:srgbClr>
            </a:gs>
            <a:gs pos="100000">
              <a:srgbClr val="92D050">
                <a:shade val="100000"/>
                <a:satMod val="115000"/>
              </a:srgbClr>
            </a:gs>
          </a:gsLst>
          <a:lin ang="0" scaled="1"/>
          <a:tileRect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rPr>
            <a:t>Past</a:t>
          </a:r>
        </a:p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rPr>
            <a:t>CONTINUOUS</a:t>
          </a:r>
        </a:p>
      </dsp:txBody>
      <dsp:txXfrm>
        <a:off x="21927" y="0"/>
        <a:ext cx="2790000" cy="385233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DC30C8-8076-4095-9840-A2C3F101D07F}">
      <dsp:nvSpPr>
        <dsp:cNvPr id="0" name=""/>
        <dsp:cNvSpPr/>
      </dsp:nvSpPr>
      <dsp:spPr>
        <a:xfrm>
          <a:off x="52540" y="0"/>
          <a:ext cx="2781324" cy="3852333"/>
        </a:xfrm>
        <a:prstGeom prst="rect">
          <a:avLst/>
        </a:prstGeom>
        <a:gradFill flip="none" rotWithShape="0">
          <a:gsLst>
            <a:gs pos="0">
              <a:srgbClr val="00B0F0">
                <a:shade val="30000"/>
                <a:satMod val="115000"/>
              </a:srgbClr>
            </a:gs>
            <a:gs pos="50000">
              <a:srgbClr val="00B0F0">
                <a:shade val="67500"/>
                <a:satMod val="115000"/>
              </a:srgbClr>
            </a:gs>
            <a:gs pos="100000">
              <a:srgbClr val="00B0F0">
                <a:shade val="100000"/>
                <a:satMod val="115000"/>
              </a:srgbClr>
            </a:gs>
          </a:gsLst>
          <a:lin ang="0" scaled="1"/>
          <a:tileRect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rPr>
            <a:t>PAST</a:t>
          </a:r>
        </a:p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rPr>
            <a:t>PERFECT</a:t>
          </a:r>
        </a:p>
      </dsp:txBody>
      <dsp:txXfrm>
        <a:off x="52540" y="0"/>
        <a:ext cx="2781324" cy="38523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1/layout/TabList">
  <dgm:title val="Tab List"/>
  <dgm:desc val="Use to show non-sequential or grouped blocks of information. Works well for lists with a small amount of Level 1 text. The first Level 2 displays next to the Level 1 text  and the remaining Level 2 text appears beneath the Level 1 text."/>
  <dgm:catLst>
    <dgm:cat type="list" pri="4500"/>
    <dgm:cat type="officeonline" pri="11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41" srcId="10" destId="11" srcOrd="0" destOrd="0"/>
        <dgm:cxn modelId="42" srcId="10" destId="12" srcOrd="0" destOrd="0"/>
        <dgm:cxn modelId="50" srcId="0" destId="20" srcOrd="1" destOrd="0"/>
        <dgm:cxn modelId="51" srcId="20" destId="21" srcOrd="1" destOrd="0"/>
        <dgm:cxn modelId="52" srcId="20" destId="22" srcOrd="1" destOrd="0"/>
        <dgm:cxn modelId="60" srcId="0" destId="30" srcOrd="2" destOrd="0"/>
        <dgm:cxn modelId="61" srcId="30" destId="31" srcOrd="2" destOrd="0"/>
        <dgm:cxn modelId="62" srcId="30" destId="32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/>
      <dgm:chPref val="3"/>
      <dgm:dir/>
      <dgm:animOne val="branch"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w" for="ch" forName="Child" refType="w"/>
      <dgm:constr type="h" for="ch" forName="Child" refType="h" fact="0.6667"/>
      <dgm:constr type="primFontSz" for="des" forName="Parent" op="equ" val="65"/>
      <dgm:constr type="primFontSz" for="des" forName="Child" op="equ" val="65"/>
      <dgm:constr type="primFontSz" for="des" forName="FirstChild" op="equ" val="65"/>
      <dgm:constr type="primFontSz" for="des" forName="Child" refType="primFontSz" refFor="des" refForName="Parent" op="lte"/>
      <dgm:constr type="primFontSz" for="des" forName="FirstChild" refType="primFontSz" refFor="des" refForName="Parent" op="lte"/>
      <dgm:constr type="primFontSz" for="des" forName="Child" refType="primFontSz" refFor="des" refForName="FirstChild" op="lte"/>
      <dgm:constr type="w" for="ch" forName="composite" refType="w"/>
      <dgm:constr type="h" for="ch" forName="composite" refType="h" fact="0.3333"/>
      <dgm:constr type="sp" refType="h" refFor="ch" refForName="composite" op="equ" fact="0.05"/>
      <dgm:constr type="h" for="ch" forName="sibTrans" refType="h" refFor="ch" refForName="composite" op="equ" fact="0.05"/>
      <dgm:constr type="w" for="ch" forName="sibTrans" refType="h" refFor="ch" refForName="sibTrans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l" for="ch" forName="FirstChild" refType="w" fact="0.26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l" for="ch" forName="Parent" refType="w" fact="0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if>
          <dgm:else name="Name3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r" for="ch" forName="FirstChild" refType="w" fact="0.74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r" for="ch" forName="Parent" refType="w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else>
        </dgm:choose>
        <dgm:layoutNode name="FirstChild" styleLbl="revTx">
          <dgm:varLst>
            <dgm:chMax val="0"/>
            <dgm:chPref val="0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  <dgm:param type="txAnchorVertCh" val="b"/>
                <dgm:param type="parTxRTLAlign" val="l"/>
              </dgm:alg>
            </dgm:if>
            <dgm:else name="Name6">
              <dgm:alg type="tx">
                <dgm:param type="parTxLTRAlign" val="r"/>
                <dgm:param type="shpTxLTRAlignCh" val="r"/>
                <dgm:param type="txAnchorVert" val="b"/>
                <dgm:param type="txAnchorVertCh" val="b"/>
                <dgm:param type="parTxRTLAlign" val="r"/>
              </dgm:alg>
            </dgm:else>
          </dgm:choose>
          <dgm:shape xmlns:r="http://schemas.openxmlformats.org/officeDocument/2006/relationships" type="rect" r:blip="">
            <dgm:adjLst/>
          </dgm:shape>
          <dgm:choose name="Name7">
            <dgm:if name="Name8" axis="ch" ptType="node" func="cnt" op="gte" val="1">
              <dgm:presOf axis="ch desOrSelf" ptType="node node" st="1 1" cnt="1 0"/>
            </dgm:if>
            <dgm:else name="Name9">
              <dgm:presOf/>
            </dgm:else>
          </dgm:choose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Parent" styleLbl="alignNode1">
          <dgm:varLst>
            <dgm:chMax val="3"/>
            <dgm:chPref val="3"/>
            <dgm:bulletEnabled val="1"/>
          </dgm:varLst>
          <dgm:alg type="tx">
            <dgm:param type="shpTxLTRAlignCh" val="ctr"/>
            <dgm:param type="txAnchorVertCh" val="mid"/>
          </dgm:alg>
          <dgm:shape xmlns:r="http://schemas.openxmlformats.org/officeDocument/2006/relationships" type="round2SameRect" r:blip="">
            <dgm:adjLst>
              <dgm:adj idx="1" val="0.1667"/>
              <dgm:adj idx="2" val="0"/>
            </dgm:adjLst>
          </dgm:shape>
          <dgm:presOf axis="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Accent" styleLbl="parChTrans1D1">
          <dgm:alg type="sp"/>
          <dgm:shape xmlns:r="http://schemas.openxmlformats.org/officeDocument/2006/relationships" type="line" r:blip="" zOrderOff="-99999">
            <dgm:adjLst/>
          </dgm:shape>
          <dgm:presOf/>
        </dgm:layoutNode>
      </dgm:layoutNode>
      <dgm:choose name="Name10">
        <dgm:if name="Name11" axis="ch" ptType="node" st="2" cnt="1" func="cnt" op="gte" val="1">
          <dgm:layoutNode name="Child" styleLbl="revTx">
            <dgm:varLst>
              <dgm:chMax val="0"/>
              <dgm:chPref val="0"/>
              <dgm:bulletEnabled val="1"/>
            </dgm:varLst>
            <dgm:choose name="Name12">
              <dgm:if name="Name13" func="var" arg="dir" op="equ" val="norm">
                <dgm:alg type="tx">
                  <dgm:param type="stBulletLvl" val="1"/>
                  <dgm:param type="parTxLTRAlign" val="l"/>
                  <dgm:param type="parTxRTLAlign" val="l"/>
                  <dgm:param type="txAnchorVert" val="t"/>
                </dgm:alg>
              </dgm:if>
              <dgm:else name="Name14">
                <dgm:alg type="tx">
                  <dgm:param type="stBulletLvl" val="1"/>
                  <dgm:param type="parTxLTRAlign" val="r"/>
                  <dgm:param type="shpTxLTRAlignCh" val="r"/>
                  <dgm:param type="txAnchorVert" val="t"/>
                  <dgm:param type="parTxRTLAlign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ch desOrSelf" ptType="node node" st="2 1" cnt="0 0"/>
            <dgm:constrLst>
              <dgm:constr type="lMarg" refType="primFontSz" fact="0.15"/>
              <dgm:constr type="rMarg" refType="primFontSz" fact="0.15"/>
              <dgm:constr type="tMarg" refType="primFontSz" fact="0.15"/>
              <dgm:constr type="bMarg" refType="primFontSz" fact="0.15"/>
            </dgm:constrLst>
            <dgm:ruleLst>
              <dgm:rule type="primFontSz" val="5" fact="NaN" max="NaN"/>
            </dgm:ruleLst>
          </dgm:layoutNode>
        </dgm:if>
        <dgm:else name="Name15"/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diagrams.loki3.com/VaryingWidthList">
  <dgm:title val="Varying Width List"/>
  <dgm:desc val="Use for emphasizing items of different weights.  Good for large amounts of Level 1 text.  The width of each shape is independently determined based on its text."/>
  <dgm:catLst>
    <dgm:cat type="list" pri="4160"/>
    <dgm:cat type="officeonline" pri="5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text" val="20"/>
      <dgm:constr type="h" for="ch" forName="text" refType="h"/>
      <dgm:constr type="primFontSz" for="ch" forName="text" op="equ" val="65"/>
      <dgm:constr type="h" for="ch" forName="space" refType="h" fact="0.05"/>
    </dgm:constrLst>
    <dgm:forEach name="Name1" axis="ch" ptType="node">
      <dgm:layoutNode name="text" styleLbl="node1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tMarg" refType="primFontSz" fact="0.2"/>
          <dgm:constr type="bMarg" refType="primFontSz" fact="0.2"/>
          <dgm:constr type="lMarg" refType="primFontSz" fact="0.2"/>
          <dgm:constr type="rMarg" refType="primFontSz" fact="0.2"/>
        </dgm:constrLst>
        <dgm:ruleLst>
          <dgm:rule type="w" val="INF" fact="NaN" max="NaN"/>
          <dgm:rule type="primFontSz" val="5" fact="NaN" max="NaN"/>
        </dgm:ruleLst>
      </dgm:layoutNode>
      <dgm:choose name="Name2">
        <dgm:if name="Name3" axis="par ch" ptType="doc node" func="cnt" op="gte" val="2">
          <dgm:forEach name="Name4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if>
        <dgm:else name="Name5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diagrams.loki3.com/VaryingWidthList">
  <dgm:title val="Varying Width List"/>
  <dgm:desc val="Use for emphasizing items of different weights.  Good for large amounts of Level 1 text.  The width of each shape is independently determined based on its text."/>
  <dgm:catLst>
    <dgm:cat type="list" pri="4160"/>
    <dgm:cat type="officeonline" pri="5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text" val="20"/>
      <dgm:constr type="h" for="ch" forName="text" refType="h"/>
      <dgm:constr type="primFontSz" for="ch" forName="text" op="equ" val="65"/>
      <dgm:constr type="h" for="ch" forName="space" refType="h" fact="0.05"/>
    </dgm:constrLst>
    <dgm:forEach name="Name1" axis="ch" ptType="node">
      <dgm:layoutNode name="text" styleLbl="node1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tMarg" refType="primFontSz" fact="0.2"/>
          <dgm:constr type="bMarg" refType="primFontSz" fact="0.2"/>
          <dgm:constr type="lMarg" refType="primFontSz" fact="0.2"/>
          <dgm:constr type="rMarg" refType="primFontSz" fact="0.2"/>
        </dgm:constrLst>
        <dgm:ruleLst>
          <dgm:rule type="w" val="INF" fact="NaN" max="NaN"/>
          <dgm:rule type="primFontSz" val="5" fact="NaN" max="NaN"/>
        </dgm:ruleLst>
      </dgm:layoutNode>
      <dgm:choose name="Name2">
        <dgm:if name="Name3" axis="par ch" ptType="doc node" func="cnt" op="gte" val="2">
          <dgm:forEach name="Name4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if>
        <dgm:else name="Name5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diagrams.loki3.com/VaryingWidthList">
  <dgm:title val="Varying Width List"/>
  <dgm:desc val="Use for emphasizing items of different weights.  Good for large amounts of Level 1 text.  The width of each shape is independently determined based on its text."/>
  <dgm:catLst>
    <dgm:cat type="list" pri="4160"/>
    <dgm:cat type="officeonline" pri="5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text" val="20"/>
      <dgm:constr type="h" for="ch" forName="text" refType="h"/>
      <dgm:constr type="primFontSz" for="ch" forName="text" op="equ" val="65"/>
      <dgm:constr type="h" for="ch" forName="space" refType="h" fact="0.05"/>
    </dgm:constrLst>
    <dgm:forEach name="Name1" axis="ch" ptType="node">
      <dgm:layoutNode name="text" styleLbl="node1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tMarg" refType="primFontSz" fact="0.2"/>
          <dgm:constr type="bMarg" refType="primFontSz" fact="0.2"/>
          <dgm:constr type="lMarg" refType="primFontSz" fact="0.2"/>
          <dgm:constr type="rMarg" refType="primFontSz" fact="0.2"/>
        </dgm:constrLst>
        <dgm:ruleLst>
          <dgm:rule type="w" val="INF" fact="NaN" max="NaN"/>
          <dgm:rule type="primFontSz" val="5" fact="NaN" max="NaN"/>
        </dgm:ruleLst>
      </dgm:layoutNode>
      <dgm:choose name="Name2">
        <dgm:if name="Name3" axis="par ch" ptType="doc node" func="cnt" op="gte" val="2">
          <dgm:forEach name="Name4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if>
        <dgm:else name="Name5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9DF29-994F-4016-A72F-FA035FF843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C36878-561A-07F1-5BB5-3A8456C6B3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FEED8-A0D0-F62F-B03B-047616EEC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5EDB3F-549E-EE9E-C348-062FB16B1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A14A6-AD7C-46C4-B2BF-870AE88E5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858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377AD-E51D-4961-2357-4A3B492F5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4B6D4-D220-7E00-2043-97BF4CE72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4BFE5-51B0-8F76-9EA1-AB9627A72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DA4987-FBD0-078F-42C7-92EA735AF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4BC86E-FBB6-9711-A5D1-3540F44AF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393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4BC26-D83A-7B77-9027-71BF3942A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23A666-9FDB-297A-5F20-5769C6D37E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08E80C-732A-2A63-C2FC-42E575402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9D767-C239-35F9-EC13-B8A226C76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91574-FC30-138A-ED2A-FB692F5D1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370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35034-AA35-99B9-FC59-34ADCEE4F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D7426-886E-3EC9-AABC-8EEE1D1CB9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3D36E6-D303-5EE5-25B8-C0144320B3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A6557E-618B-A959-B873-09FF14916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B0AECC-F36F-1F1A-3977-CC87E6280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216510-4F28-CA06-D101-BAE71F211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643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52201-B5AE-163B-F61F-5C0F44874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C96307-3E99-9FC1-32FB-ABA0DA62CE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176FF9-A7B1-B65B-3D08-BE1B58753F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6BDF89-81B9-49DE-9A84-D53D27D087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AB6D9A-BE20-6289-1768-22CD7CB5F2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5200BB-3BA0-56F0-0C1C-40E34F140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F459F0-9FE4-0EA4-9E11-896B914EA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143783-3387-666B-BBFE-0AB2502A1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783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3C739-A682-0DF3-0417-776522A45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6E69B4-B217-F44A-AEB4-A7A1E8E8B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847F3B-A8D4-C3C3-AA08-D7EF016BC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1F91BC-6C82-B366-521F-A6D938870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562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E68CEF-ECCA-E4CF-960C-A827303B9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8E9057-F29F-B07D-7486-3B0A6BDC5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8EA31C-0AB0-C4A5-88D7-76E6B6BAA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545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543E1-EE33-C85C-335D-D0C532223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99CF8-15D0-D991-2636-358E89622E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BD545F-14EC-E670-91DA-D27C5B2099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54593B-5A10-6FE0-804F-8806C96B9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DF9B53-457D-BCA9-79F1-CFACE9387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C99203-2DA0-6665-A713-BA3164569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588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C35A1-3F15-7C8E-9973-0C4BFEBFC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EEBA8B-6A12-443D-582F-1C1DE11E91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04B03E-829C-A89B-DEF4-956D8949EE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E59819-931A-3CC2-36BC-19012E8C1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FD8038-DA20-46C1-BE2B-704446EFB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00368A-BF1F-BB78-FFD0-8EF33DE99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933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D3315-5CDF-21DE-4236-389DED53A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D9DB7E-E672-75B4-204C-951794C434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5775F3-35BB-57DF-908A-6B7F5901E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78F3B-8B2B-9B71-4835-D04B5F2FB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FAE83-5B61-233C-A8C6-628772802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910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9EDAAC-FF64-C3A4-BD3D-F33EB230C9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78314C-869E-7A74-EDFC-272ABE1073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98511-5020-12CE-7697-CD0FDB5BD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DA7DE9-6E61-7342-2FE2-20C37C51D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69229-5968-F9F3-744A-AB29925F9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088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41F230-F08F-88FB-9ED2-925D06F07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BE0377-A45D-2469-26F5-C44A0755C9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CB6F1-1915-2899-DE90-60A24026E9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EBA894-39C2-64DC-A6F4-085688495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D84B7-9EED-586C-0BB2-E5811B61AD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646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4C1DC6-3E41-96A6-A7D6-EB4E0DAA8EA7}"/>
              </a:ext>
            </a:extLst>
          </p:cNvPr>
          <p:cNvSpPr txBox="1"/>
          <p:nvPr/>
        </p:nvSpPr>
        <p:spPr>
          <a:xfrm>
            <a:off x="690513" y="2589582"/>
            <a:ext cx="10810973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900" b="1" dirty="0">
                <a:ln w="57150">
                  <a:solidFill>
                    <a:schemeClr val="bg1"/>
                  </a:solidFill>
                  <a:prstDash val="solid"/>
                </a:ln>
                <a:noFill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ENGLISH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47560C-F03A-851C-E4C0-4199A9A8B2B6}"/>
              </a:ext>
            </a:extLst>
          </p:cNvPr>
          <p:cNvSpPr txBox="1"/>
          <p:nvPr/>
        </p:nvSpPr>
        <p:spPr>
          <a:xfrm>
            <a:off x="690513" y="1488567"/>
            <a:ext cx="6058069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5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SPOKEN</a:t>
            </a:r>
          </a:p>
        </p:txBody>
      </p:sp>
      <p:sp>
        <p:nvSpPr>
          <p:cNvPr id="4" name="Rectangle: Folded Corner 3">
            <a:extLst>
              <a:ext uri="{FF2B5EF4-FFF2-40B4-BE49-F238E27FC236}">
                <a16:creationId xmlns:a16="http://schemas.microsoft.com/office/drawing/2014/main" id="{F995EFD6-756A-C993-DF1B-95B7BEA9A049}"/>
              </a:ext>
            </a:extLst>
          </p:cNvPr>
          <p:cNvSpPr/>
          <p:nvPr/>
        </p:nvSpPr>
        <p:spPr>
          <a:xfrm>
            <a:off x="10058400" y="0"/>
            <a:ext cx="1585913" cy="2000249"/>
          </a:xfrm>
          <a:prstGeom prst="foldedCorner">
            <a:avLst>
              <a:gd name="adj" fmla="val 3071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b="1" dirty="0">
                <a:solidFill>
                  <a:schemeClr val="bg1"/>
                </a:solidFill>
                <a:latin typeface="Aptos Narrow" panose="020B000402020202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503117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EB6E6D-647C-617F-6C5E-1DEE5B586A95}"/>
              </a:ext>
            </a:extLst>
          </p:cNvPr>
          <p:cNvSpPr txBox="1"/>
          <p:nvPr/>
        </p:nvSpPr>
        <p:spPr>
          <a:xfrm>
            <a:off x="1351309" y="1619875"/>
            <a:ext cx="948938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Bold" pitchFamily="2" charset="0"/>
                <a:cs typeface="Aharoni" panose="02010803020104030203" pitchFamily="2" charset="-79"/>
              </a:rPr>
              <a:t>TENSE - </a:t>
            </a:r>
            <a:r>
              <a:rPr lang="en-US" sz="88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Bold" pitchFamily="2" charset="0"/>
                <a:cs typeface="Aharoni" panose="02010803020104030203" pitchFamily="2" charset="-79"/>
              </a:rPr>
              <a:t>காலம்</a:t>
            </a:r>
            <a:endParaRPr lang="en-US" sz="8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ontserrat Bold" pitchFamily="2" charset="0"/>
              <a:cs typeface="Aharoni" panose="02010803020104030203" pitchFamily="2" charset="-79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64C7EC-5904-B899-7819-FD3D74DC542B}"/>
              </a:ext>
            </a:extLst>
          </p:cNvPr>
          <p:cNvSpPr txBox="1"/>
          <p:nvPr/>
        </p:nvSpPr>
        <p:spPr>
          <a:xfrm>
            <a:off x="1" y="3320088"/>
            <a:ext cx="12192000" cy="1107996"/>
          </a:xfrm>
          <a:prstGeom prst="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5400000" scaled="1"/>
            <a:tileRect/>
          </a:gradFill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  <a:latin typeface="Montserrat Regular" pitchFamily="2" charset="0"/>
                <a:cs typeface="Aharoni" panose="02010803020104030203" pitchFamily="2" charset="-79"/>
              </a:rPr>
              <a:t>Past | Present | Future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4F9197-E596-D18B-1C30-D2284606F747}"/>
              </a:ext>
            </a:extLst>
          </p:cNvPr>
          <p:cNvSpPr txBox="1"/>
          <p:nvPr/>
        </p:nvSpPr>
        <p:spPr>
          <a:xfrm>
            <a:off x="1282022" y="4698943"/>
            <a:ext cx="9156674" cy="584775"/>
          </a:xfrm>
          <a:prstGeom prst="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16200000" scaled="1"/>
            <a:tileRect/>
          </a:gradFill>
        </p:spPr>
        <p:txBody>
          <a:bodyPr wrap="none" rtlCol="0">
            <a:spAutoFit/>
          </a:bodyPr>
          <a:lstStyle/>
          <a:p>
            <a:r>
              <a:rPr lang="en-US" sz="3200" dirty="0" err="1">
                <a:solidFill>
                  <a:schemeClr val="bg1"/>
                </a:solidFill>
                <a:latin typeface="Montserrat Regular" pitchFamily="2" charset="0"/>
                <a:cs typeface="Aharoni" panose="02010803020104030203" pitchFamily="2" charset="-79"/>
              </a:rPr>
              <a:t>கடந்தகாலம்</a:t>
            </a:r>
            <a:r>
              <a:rPr lang="en-US" sz="3200" dirty="0">
                <a:solidFill>
                  <a:schemeClr val="bg1"/>
                </a:solidFill>
                <a:latin typeface="Montserrat Regular" pitchFamily="2" charset="0"/>
                <a:cs typeface="Aharoni" panose="02010803020104030203" pitchFamily="2" charset="-79"/>
              </a:rPr>
              <a:t> | </a:t>
            </a:r>
            <a:r>
              <a:rPr lang="en-US" sz="3200" dirty="0" err="1">
                <a:solidFill>
                  <a:schemeClr val="bg1"/>
                </a:solidFill>
                <a:latin typeface="Montserrat Regular" pitchFamily="2" charset="0"/>
                <a:cs typeface="Aharoni" panose="02010803020104030203" pitchFamily="2" charset="-79"/>
              </a:rPr>
              <a:t>நிகழ்காலம்</a:t>
            </a:r>
            <a:r>
              <a:rPr lang="en-US" sz="3200" dirty="0">
                <a:solidFill>
                  <a:schemeClr val="bg1"/>
                </a:solidFill>
                <a:latin typeface="Montserrat Regular" pitchFamily="2" charset="0"/>
                <a:cs typeface="Aharoni" panose="02010803020104030203" pitchFamily="2" charset="-79"/>
              </a:rPr>
              <a:t> | </a:t>
            </a:r>
            <a:r>
              <a:rPr lang="en-US" sz="3200" dirty="0" err="1">
                <a:solidFill>
                  <a:schemeClr val="bg1"/>
                </a:solidFill>
                <a:latin typeface="Montserrat Regular" pitchFamily="2" charset="0"/>
                <a:cs typeface="Aharoni" panose="02010803020104030203" pitchFamily="2" charset="-79"/>
              </a:rPr>
              <a:t>வருங்காலம்</a:t>
            </a:r>
            <a:endParaRPr lang="en-US" sz="3200" dirty="0">
              <a:solidFill>
                <a:schemeClr val="bg1"/>
              </a:solidFill>
              <a:latin typeface="Montserrat Regular" pitchFamily="2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695298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A2247C6A-B487-0ECE-4D1E-9A20FD0920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52589398"/>
              </p:ext>
            </p:extLst>
          </p:nvPr>
        </p:nvGraphicFramePr>
        <p:xfrm>
          <a:off x="2886587" y="2094271"/>
          <a:ext cx="6418826" cy="38523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BD1FB77-F3E6-0F56-5F38-78F0BBA26104}"/>
              </a:ext>
            </a:extLst>
          </p:cNvPr>
          <p:cNvSpPr txBox="1"/>
          <p:nvPr/>
        </p:nvSpPr>
        <p:spPr>
          <a:xfrm>
            <a:off x="1911842" y="827370"/>
            <a:ext cx="83683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highlight>
                  <a:srgbClr val="800000"/>
                </a:highlight>
                <a:uLnTx/>
                <a:uFillTx/>
                <a:latin typeface="Montserrat Regular" pitchFamily="2" charset="0"/>
                <a:ea typeface="+mn-ea"/>
                <a:cs typeface="Aharoni" panose="02010803020104030203" pitchFamily="2" charset="-79"/>
              </a:rPr>
              <a:t>Past Tense – </a:t>
            </a:r>
            <a:r>
              <a:rPr kumimoji="0" 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highlight>
                  <a:srgbClr val="800000"/>
                </a:highlight>
                <a:uLnTx/>
                <a:uFillTx/>
                <a:latin typeface="Montserrat Regular" pitchFamily="2" charset="0"/>
                <a:ea typeface="+mn-ea"/>
                <a:cs typeface="Aharoni" panose="02010803020104030203" pitchFamily="2" charset="-79"/>
              </a:rPr>
              <a:t>இறந்தகாலம்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highlight>
                  <a:srgbClr val="800000"/>
                </a:highlight>
                <a:uLnTx/>
                <a:uFillTx/>
                <a:latin typeface="Montserrat Regular" pitchFamily="2" charset="0"/>
                <a:ea typeface="+mn-ea"/>
                <a:cs typeface="Aharoni" panose="02010803020104030203" pitchFamily="2" charset="-79"/>
              </a:rPr>
              <a:t> </a:t>
            </a:r>
            <a:endParaRPr lang="en-US" sz="1050" dirty="0">
              <a:highlight>
                <a:srgbClr val="80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857670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A2247C6A-B487-0ECE-4D1E-9A20FD0920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48676194"/>
              </p:ext>
            </p:extLst>
          </p:nvPr>
        </p:nvGraphicFramePr>
        <p:xfrm>
          <a:off x="593764" y="2148862"/>
          <a:ext cx="6418826" cy="38523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18" name="Group 17">
            <a:extLst>
              <a:ext uri="{FF2B5EF4-FFF2-40B4-BE49-F238E27FC236}">
                <a16:creationId xmlns:a16="http://schemas.microsoft.com/office/drawing/2014/main" id="{E7858282-F430-E6E2-47B8-1E1CE8D97E5A}"/>
              </a:ext>
            </a:extLst>
          </p:cNvPr>
          <p:cNvGrpSpPr/>
          <p:nvPr/>
        </p:nvGrpSpPr>
        <p:grpSpPr>
          <a:xfrm>
            <a:off x="2777550" y="2649078"/>
            <a:ext cx="3153696" cy="265471"/>
            <a:chOff x="5070373" y="2594487"/>
            <a:chExt cx="3153696" cy="265471"/>
          </a:xfrm>
          <a:solidFill>
            <a:schemeClr val="accent4">
              <a:lumMod val="40000"/>
              <a:lumOff val="60000"/>
            </a:schemeClr>
          </a:solidFill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71837CE1-61A2-6E80-60D7-EA32106CDCE8}"/>
                </a:ext>
              </a:extLst>
            </p:cNvPr>
            <p:cNvSpPr/>
            <p:nvPr/>
          </p:nvSpPr>
          <p:spPr>
            <a:xfrm>
              <a:off x="5070373" y="2594487"/>
              <a:ext cx="265471" cy="26547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A5232F9-F488-805A-83D9-7349478BEF01}"/>
                </a:ext>
              </a:extLst>
            </p:cNvPr>
            <p:cNvSpPr/>
            <p:nvPr/>
          </p:nvSpPr>
          <p:spPr>
            <a:xfrm>
              <a:off x="5485171" y="2670072"/>
              <a:ext cx="23241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B6CB811-C8EF-BC11-18B9-515876CCCD8A}"/>
                </a:ext>
              </a:extLst>
            </p:cNvPr>
            <p:cNvSpPr/>
            <p:nvPr/>
          </p:nvSpPr>
          <p:spPr>
            <a:xfrm>
              <a:off x="7958598" y="2594487"/>
              <a:ext cx="265471" cy="26547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7BF82A6-3C56-70C1-D162-7E6167FB0D4D}"/>
              </a:ext>
            </a:extLst>
          </p:cNvPr>
          <p:cNvGrpSpPr/>
          <p:nvPr/>
        </p:nvGrpSpPr>
        <p:grpSpPr>
          <a:xfrm>
            <a:off x="2777550" y="5461288"/>
            <a:ext cx="3868154" cy="346894"/>
            <a:chOff x="5070373" y="5122154"/>
            <a:chExt cx="3868154" cy="346894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14B4410-6720-1A95-B342-80B9DFB364E5}"/>
                </a:ext>
              </a:extLst>
            </p:cNvPr>
            <p:cNvSpPr/>
            <p:nvPr/>
          </p:nvSpPr>
          <p:spPr>
            <a:xfrm>
              <a:off x="5070373" y="5162865"/>
              <a:ext cx="265471" cy="26547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47AA1FE-E07E-9777-8389-C8D591F6D067}"/>
                </a:ext>
              </a:extLst>
            </p:cNvPr>
            <p:cNvSpPr/>
            <p:nvPr/>
          </p:nvSpPr>
          <p:spPr>
            <a:xfrm>
              <a:off x="5485171" y="5251818"/>
              <a:ext cx="1220429" cy="8756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92760A2-B0EB-F83F-9BA3-83CE33A7D52F}"/>
                </a:ext>
              </a:extLst>
            </p:cNvPr>
            <p:cNvSpPr/>
            <p:nvPr/>
          </p:nvSpPr>
          <p:spPr>
            <a:xfrm>
              <a:off x="6854927" y="5162865"/>
              <a:ext cx="265471" cy="26547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F4E5A23-6605-3DFF-09A2-5AA38757EC23}"/>
                </a:ext>
              </a:extLst>
            </p:cNvPr>
            <p:cNvSpPr/>
            <p:nvPr/>
          </p:nvSpPr>
          <p:spPr>
            <a:xfrm>
              <a:off x="7269725" y="5251818"/>
              <a:ext cx="1220429" cy="8756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1B3448C5-414A-EAE3-DD92-228BF2221B76}"/>
                </a:ext>
              </a:extLst>
            </p:cNvPr>
            <p:cNvSpPr/>
            <p:nvPr/>
          </p:nvSpPr>
          <p:spPr>
            <a:xfrm rot="5400000">
              <a:off x="8615557" y="5146077"/>
              <a:ext cx="346894" cy="29904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7242DFCB-22A2-0747-54FE-76BE7B25580E}"/>
              </a:ext>
            </a:extLst>
          </p:cNvPr>
          <p:cNvSpPr/>
          <p:nvPr/>
        </p:nvSpPr>
        <p:spPr>
          <a:xfrm>
            <a:off x="7156667" y="2189806"/>
            <a:ext cx="4446818" cy="976475"/>
          </a:xfrm>
          <a:prstGeom prst="rect">
            <a:avLst/>
          </a:prstGeom>
          <a:noFill/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 went | You came | He played | They read | </a:t>
            </a:r>
          </a:p>
          <a:p>
            <a:pPr algn="ctr"/>
            <a:r>
              <a:rPr lang="en-US" dirty="0"/>
              <a:t>We watched | It worked | You wrote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DECC6AD-7203-18E5-6774-7D2A4146330C}"/>
              </a:ext>
            </a:extLst>
          </p:cNvPr>
          <p:cNvSpPr/>
          <p:nvPr/>
        </p:nvSpPr>
        <p:spPr>
          <a:xfrm>
            <a:off x="7156667" y="3507666"/>
            <a:ext cx="4446818" cy="991280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 was going | You were coming | He was playing | They were reading | We were watching | It was working | You were writing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364E104-168A-6D40-D556-CCA42C7E8385}"/>
              </a:ext>
            </a:extLst>
          </p:cNvPr>
          <p:cNvSpPr/>
          <p:nvPr/>
        </p:nvSpPr>
        <p:spPr>
          <a:xfrm>
            <a:off x="7156667" y="4840332"/>
            <a:ext cx="4446818" cy="1095509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 had gone | You had come | He had played | They had read | We had watched | It had worked | You had written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3A31297-627C-8874-2A13-F93C4CB67B10}"/>
              </a:ext>
            </a:extLst>
          </p:cNvPr>
          <p:cNvSpPr txBox="1"/>
          <p:nvPr/>
        </p:nvSpPr>
        <p:spPr>
          <a:xfrm>
            <a:off x="3147344" y="2252097"/>
            <a:ext cx="19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Started and ended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01E92D7-4A91-779A-19F6-EBD0C6FC9D5D}"/>
              </a:ext>
            </a:extLst>
          </p:cNvPr>
          <p:cNvGrpSpPr/>
          <p:nvPr/>
        </p:nvGrpSpPr>
        <p:grpSpPr>
          <a:xfrm>
            <a:off x="2777550" y="3550465"/>
            <a:ext cx="3385627" cy="717560"/>
            <a:chOff x="2777550" y="3550465"/>
            <a:chExt cx="3385627" cy="717560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894ADE34-A89B-D865-142D-89BFB10D4732}"/>
                </a:ext>
              </a:extLst>
            </p:cNvPr>
            <p:cNvGrpSpPr/>
            <p:nvPr/>
          </p:nvGrpSpPr>
          <p:grpSpPr>
            <a:xfrm>
              <a:off x="2777550" y="3921131"/>
              <a:ext cx="3129771" cy="346894"/>
              <a:chOff x="5070373" y="3866540"/>
              <a:chExt cx="3129771" cy="346894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5F7385BB-681E-C56F-AC39-0B4D7E3836C9}"/>
                  </a:ext>
                </a:extLst>
              </p:cNvPr>
              <p:cNvSpPr/>
              <p:nvPr/>
            </p:nvSpPr>
            <p:spPr>
              <a:xfrm>
                <a:off x="5070373" y="3907251"/>
                <a:ext cx="265471" cy="265471"/>
              </a:xfrm>
              <a:prstGeom prst="ellipse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23C1177-5619-4EDD-8122-38467D3479C2}"/>
                  </a:ext>
                </a:extLst>
              </p:cNvPr>
              <p:cNvSpPr/>
              <p:nvPr/>
            </p:nvSpPr>
            <p:spPr>
              <a:xfrm>
                <a:off x="5485171" y="3982836"/>
                <a:ext cx="2324100" cy="114300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Isosceles Triangle 11">
                <a:extLst>
                  <a:ext uri="{FF2B5EF4-FFF2-40B4-BE49-F238E27FC236}">
                    <a16:creationId xmlns:a16="http://schemas.microsoft.com/office/drawing/2014/main" id="{25D87D0E-2582-8B3B-8E20-8D3D243C8397}"/>
                  </a:ext>
                </a:extLst>
              </p:cNvPr>
              <p:cNvSpPr/>
              <p:nvPr/>
            </p:nvSpPr>
            <p:spPr>
              <a:xfrm rot="5400000">
                <a:off x="7877174" y="3890463"/>
                <a:ext cx="346894" cy="299047"/>
              </a:xfrm>
              <a:prstGeom prst="triangle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1424A73-AE19-B1AD-E1E6-608EB3C9B05C}"/>
                </a:ext>
              </a:extLst>
            </p:cNvPr>
            <p:cNvSpPr txBox="1"/>
            <p:nvPr/>
          </p:nvSpPr>
          <p:spPr>
            <a:xfrm>
              <a:off x="2804437" y="3550465"/>
              <a:ext cx="33587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Began  and progressed for a while</a:t>
              </a: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C93B8D66-F798-7265-CF44-3EE1CAFB46AF}"/>
              </a:ext>
            </a:extLst>
          </p:cNvPr>
          <p:cNvSpPr txBox="1"/>
          <p:nvPr/>
        </p:nvSpPr>
        <p:spPr>
          <a:xfrm>
            <a:off x="2457226" y="4819814"/>
            <a:ext cx="40531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Happened in the past 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Sometimes, Two past verbs are needed)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888ADF0-E790-E139-E689-E4F7EE9E9D21}"/>
              </a:ext>
            </a:extLst>
          </p:cNvPr>
          <p:cNvSpPr txBox="1"/>
          <p:nvPr/>
        </p:nvSpPr>
        <p:spPr>
          <a:xfrm>
            <a:off x="1911842" y="827370"/>
            <a:ext cx="83683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Regular" pitchFamily="2" charset="0"/>
                <a:ea typeface="+mn-ea"/>
                <a:cs typeface="Aharoni" panose="02010803020104030203" pitchFamily="2" charset="-79"/>
              </a:rPr>
              <a:t>Past Tense – </a:t>
            </a:r>
            <a:r>
              <a:rPr kumimoji="0" lang="ta-IN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Regular" pitchFamily="2" charset="0"/>
                <a:ea typeface="+mn-ea"/>
                <a:cs typeface="Aharoni" panose="02010803020104030203" pitchFamily="2" charset="-79"/>
              </a:rPr>
              <a:t>இறந்தகாலம் </a:t>
            </a:r>
          </a:p>
        </p:txBody>
      </p:sp>
    </p:spTree>
    <p:extLst>
      <p:ext uri="{BB962C8B-B14F-4D97-AF65-F5344CB8AC3E}">
        <p14:creationId xmlns:p14="http://schemas.microsoft.com/office/powerpoint/2010/main" val="1105806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A2247C6A-B487-0ECE-4D1E-9A20FD0920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6054221"/>
              </p:ext>
            </p:extLst>
          </p:nvPr>
        </p:nvGraphicFramePr>
        <p:xfrm>
          <a:off x="593764" y="2148862"/>
          <a:ext cx="2981949" cy="38523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18" name="Group 17">
            <a:extLst>
              <a:ext uri="{FF2B5EF4-FFF2-40B4-BE49-F238E27FC236}">
                <a16:creationId xmlns:a16="http://schemas.microsoft.com/office/drawing/2014/main" id="{E7858282-F430-E6E2-47B8-1E1CE8D97E5A}"/>
              </a:ext>
            </a:extLst>
          </p:cNvPr>
          <p:cNvGrpSpPr/>
          <p:nvPr/>
        </p:nvGrpSpPr>
        <p:grpSpPr>
          <a:xfrm>
            <a:off x="3684978" y="3163529"/>
            <a:ext cx="3153696" cy="265471"/>
            <a:chOff x="5070373" y="2594487"/>
            <a:chExt cx="3153696" cy="265471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71837CE1-61A2-6E80-60D7-EA32106CDCE8}"/>
                </a:ext>
              </a:extLst>
            </p:cNvPr>
            <p:cNvSpPr/>
            <p:nvPr/>
          </p:nvSpPr>
          <p:spPr>
            <a:xfrm>
              <a:off x="5070373" y="2594487"/>
              <a:ext cx="265471" cy="265471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A5232F9-F488-805A-83D9-7349478BEF01}"/>
                </a:ext>
              </a:extLst>
            </p:cNvPr>
            <p:cNvSpPr/>
            <p:nvPr/>
          </p:nvSpPr>
          <p:spPr>
            <a:xfrm>
              <a:off x="5485171" y="2670072"/>
              <a:ext cx="2324100" cy="1143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B6CB811-C8EF-BC11-18B9-515876CCCD8A}"/>
                </a:ext>
              </a:extLst>
            </p:cNvPr>
            <p:cNvSpPr/>
            <p:nvPr/>
          </p:nvSpPr>
          <p:spPr>
            <a:xfrm>
              <a:off x="7958598" y="2594487"/>
              <a:ext cx="265471" cy="265471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D060A11-164D-D88D-2867-46D05265B29F}"/>
              </a:ext>
            </a:extLst>
          </p:cNvPr>
          <p:cNvSpPr/>
          <p:nvPr/>
        </p:nvSpPr>
        <p:spPr>
          <a:xfrm>
            <a:off x="3794263" y="4075028"/>
            <a:ext cx="2981948" cy="1050877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SUBJECT + VERB 2</a:t>
            </a: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5514E9DD-2E36-BD31-927F-0104160FB4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9045199"/>
              </p:ext>
            </p:extLst>
          </p:nvPr>
        </p:nvGraphicFramePr>
        <p:xfrm>
          <a:off x="7586036" y="2222016"/>
          <a:ext cx="3750784" cy="323943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927667">
                  <a:extLst>
                    <a:ext uri="{9D8B030D-6E8A-4147-A177-3AD203B41FA5}">
                      <a16:colId xmlns:a16="http://schemas.microsoft.com/office/drawing/2014/main" val="2260322098"/>
                    </a:ext>
                  </a:extLst>
                </a:gridCol>
                <a:gridCol w="1823117">
                  <a:extLst>
                    <a:ext uri="{9D8B030D-6E8A-4147-A177-3AD203B41FA5}">
                      <a16:colId xmlns:a16="http://schemas.microsoft.com/office/drawing/2014/main" val="846895556"/>
                    </a:ext>
                  </a:extLst>
                </a:gridCol>
              </a:tblGrid>
              <a:tr h="40562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SUBJECT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VERB 2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0574040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I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work</a:t>
                      </a:r>
                      <a:r>
                        <a:rPr lang="en-US" sz="2800" dirty="0">
                          <a:solidFill>
                            <a:srgbClr val="FFC000"/>
                          </a:solidFill>
                        </a:rPr>
                        <a:t>ed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6954927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We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work</a:t>
                      </a:r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ed</a:t>
                      </a:r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3448463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You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work</a:t>
                      </a:r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ed</a:t>
                      </a:r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9018074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She, He, It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work</a:t>
                      </a:r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ed</a:t>
                      </a:r>
                      <a:endParaRPr lang="en-US" sz="2800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1980937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They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work</a:t>
                      </a: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ed</a:t>
                      </a:r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7719050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73DDD170-5595-7FCA-FE95-B6EC585FB859}"/>
              </a:ext>
            </a:extLst>
          </p:cNvPr>
          <p:cNvSpPr txBox="1"/>
          <p:nvPr/>
        </p:nvSpPr>
        <p:spPr>
          <a:xfrm>
            <a:off x="4824245" y="3629964"/>
            <a:ext cx="921984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formula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B11056-3443-C86B-2D87-D36B788AEF02}"/>
              </a:ext>
            </a:extLst>
          </p:cNvPr>
          <p:cNvSpPr txBox="1"/>
          <p:nvPr/>
        </p:nvSpPr>
        <p:spPr>
          <a:xfrm>
            <a:off x="4300120" y="2752952"/>
            <a:ext cx="19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Started and ended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EC9130-D070-C848-7091-DC47170B85D4}"/>
              </a:ext>
            </a:extLst>
          </p:cNvPr>
          <p:cNvSpPr txBox="1"/>
          <p:nvPr/>
        </p:nvSpPr>
        <p:spPr>
          <a:xfrm>
            <a:off x="1911842" y="827370"/>
            <a:ext cx="83683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Regular" pitchFamily="2" charset="0"/>
                <a:ea typeface="+mn-ea"/>
                <a:cs typeface="Aharoni" panose="02010803020104030203" pitchFamily="2" charset="-79"/>
              </a:rPr>
              <a:t>Past Tense – </a:t>
            </a:r>
            <a:r>
              <a:rPr kumimoji="0" lang="ta-IN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Regular" pitchFamily="2" charset="0"/>
                <a:ea typeface="+mn-ea"/>
                <a:cs typeface="Aharoni" panose="02010803020104030203" pitchFamily="2" charset="-79"/>
              </a:rPr>
              <a:t>இறந்தகாலம் </a:t>
            </a:r>
          </a:p>
        </p:txBody>
      </p:sp>
    </p:spTree>
    <p:extLst>
      <p:ext uri="{BB962C8B-B14F-4D97-AF65-F5344CB8AC3E}">
        <p14:creationId xmlns:p14="http://schemas.microsoft.com/office/powerpoint/2010/main" val="4106114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BA62D9E-AD13-1E12-A8CA-14BE0CEB6966}"/>
              </a:ext>
            </a:extLst>
          </p:cNvPr>
          <p:cNvSpPr/>
          <p:nvPr/>
        </p:nvSpPr>
        <p:spPr>
          <a:xfrm>
            <a:off x="6400800" y="1809284"/>
            <a:ext cx="4724324" cy="3239433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dirty="0"/>
              <a:t>I went – </a:t>
            </a:r>
            <a:r>
              <a:rPr lang="en-US" dirty="0" err="1"/>
              <a:t>நான்</a:t>
            </a:r>
            <a:r>
              <a:rPr lang="en-US" dirty="0"/>
              <a:t> </a:t>
            </a:r>
            <a:r>
              <a:rPr lang="en-US" dirty="0" err="1"/>
              <a:t>போனேன்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You came – </a:t>
            </a:r>
            <a:r>
              <a:rPr lang="en-US" dirty="0" err="1"/>
              <a:t>நீ</a:t>
            </a:r>
            <a:r>
              <a:rPr lang="en-US" dirty="0"/>
              <a:t> </a:t>
            </a:r>
            <a:r>
              <a:rPr lang="en-US" dirty="0" err="1"/>
              <a:t>வந்தாய்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He played – </a:t>
            </a:r>
            <a:r>
              <a:rPr lang="en-US" dirty="0" err="1"/>
              <a:t>அவன்</a:t>
            </a:r>
            <a:r>
              <a:rPr lang="en-US" dirty="0"/>
              <a:t> </a:t>
            </a:r>
            <a:r>
              <a:rPr lang="en-US" dirty="0" err="1"/>
              <a:t>விளையாடினான்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They read – </a:t>
            </a:r>
            <a:r>
              <a:rPr lang="en-US" dirty="0" err="1"/>
              <a:t>அவர்கள்</a:t>
            </a:r>
            <a:r>
              <a:rPr lang="en-US" dirty="0"/>
              <a:t> </a:t>
            </a:r>
            <a:r>
              <a:rPr lang="en-US" dirty="0" err="1"/>
              <a:t>படித்தார்கள்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We watched  - </a:t>
            </a:r>
            <a:r>
              <a:rPr lang="en-US" dirty="0" err="1"/>
              <a:t>நாங்கள்</a:t>
            </a:r>
            <a:r>
              <a:rPr lang="en-US" dirty="0"/>
              <a:t> </a:t>
            </a:r>
            <a:r>
              <a:rPr lang="en-US" dirty="0" err="1"/>
              <a:t>பார்த்தோம்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It worked – </a:t>
            </a:r>
            <a:r>
              <a:rPr lang="en-US" dirty="0" err="1"/>
              <a:t>அது</a:t>
            </a:r>
            <a:r>
              <a:rPr lang="en-US" dirty="0"/>
              <a:t> </a:t>
            </a:r>
            <a:r>
              <a:rPr lang="en-US" dirty="0" err="1"/>
              <a:t>வேலை</a:t>
            </a:r>
            <a:r>
              <a:rPr lang="en-US" dirty="0"/>
              <a:t> </a:t>
            </a:r>
            <a:r>
              <a:rPr lang="en-US" dirty="0" err="1"/>
              <a:t>செய்தது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You wrote – </a:t>
            </a:r>
            <a:r>
              <a:rPr lang="en-US" dirty="0" err="1"/>
              <a:t>நீ</a:t>
            </a:r>
            <a:r>
              <a:rPr lang="en-US" dirty="0"/>
              <a:t> </a:t>
            </a:r>
            <a:r>
              <a:rPr lang="en-US" dirty="0" err="1"/>
              <a:t>எழுதினாய்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2E599C7-055B-F1EC-7109-E2375AD998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5831183"/>
              </p:ext>
            </p:extLst>
          </p:nvPr>
        </p:nvGraphicFramePr>
        <p:xfrm>
          <a:off x="1066876" y="1809283"/>
          <a:ext cx="3750784" cy="323943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927667">
                  <a:extLst>
                    <a:ext uri="{9D8B030D-6E8A-4147-A177-3AD203B41FA5}">
                      <a16:colId xmlns:a16="http://schemas.microsoft.com/office/drawing/2014/main" val="2260322098"/>
                    </a:ext>
                  </a:extLst>
                </a:gridCol>
                <a:gridCol w="1823117">
                  <a:extLst>
                    <a:ext uri="{9D8B030D-6E8A-4147-A177-3AD203B41FA5}">
                      <a16:colId xmlns:a16="http://schemas.microsoft.com/office/drawing/2014/main" val="846895556"/>
                    </a:ext>
                  </a:extLst>
                </a:gridCol>
              </a:tblGrid>
              <a:tr h="40562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SUBJECT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VERB 2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0574040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I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went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6954927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We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went</a:t>
                      </a:r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3448463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You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went</a:t>
                      </a:r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9018074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She, He, It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went</a:t>
                      </a:r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1980937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They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went</a:t>
                      </a:r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77190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83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A2247C6A-B487-0ECE-4D1E-9A20FD0920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78276148"/>
              </p:ext>
            </p:extLst>
          </p:nvPr>
        </p:nvGraphicFramePr>
        <p:xfrm>
          <a:off x="593764" y="2148862"/>
          <a:ext cx="2981949" cy="38523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D060A11-164D-D88D-2867-46D05265B29F}"/>
              </a:ext>
            </a:extLst>
          </p:cNvPr>
          <p:cNvSpPr/>
          <p:nvPr/>
        </p:nvSpPr>
        <p:spPr>
          <a:xfrm>
            <a:off x="3794263" y="4075028"/>
            <a:ext cx="3220900" cy="1050877"/>
          </a:xfrm>
          <a:prstGeom prst="roundRect">
            <a:avLst/>
          </a:prstGeom>
          <a:gradFill flip="none" rotWithShape="1">
            <a:gsLst>
              <a:gs pos="0">
                <a:srgbClr val="92D050">
                  <a:shade val="30000"/>
                  <a:satMod val="115000"/>
                </a:srgbClr>
              </a:gs>
              <a:gs pos="50000">
                <a:srgbClr val="92D050">
                  <a:shade val="67500"/>
                  <a:satMod val="115000"/>
                </a:srgbClr>
              </a:gs>
              <a:gs pos="100000">
                <a:srgbClr val="92D05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SUBJECT +  Past AUXILIARY VERB +  </a:t>
            </a:r>
            <a:r>
              <a:rPr lang="en-US" sz="2400" b="1" dirty="0" err="1">
                <a:solidFill>
                  <a:schemeClr val="tx1"/>
                </a:solidFill>
              </a:rPr>
              <a:t>VERB+ing</a:t>
            </a:r>
            <a:endParaRPr lang="en-US" sz="2400" b="1" dirty="0">
              <a:solidFill>
                <a:schemeClr val="tx1"/>
              </a:solidFill>
            </a:endParaRP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5514E9DD-2E36-BD31-927F-0104160FB4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9551243"/>
              </p:ext>
            </p:extLst>
          </p:nvPr>
        </p:nvGraphicFramePr>
        <p:xfrm>
          <a:off x="7343775" y="2222016"/>
          <a:ext cx="4254460" cy="361755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44264">
                  <a:extLst>
                    <a:ext uri="{9D8B030D-6E8A-4147-A177-3AD203B41FA5}">
                      <a16:colId xmlns:a16="http://schemas.microsoft.com/office/drawing/2014/main" val="2260322098"/>
                    </a:ext>
                  </a:extLst>
                </a:gridCol>
                <a:gridCol w="1444264">
                  <a:extLst>
                    <a:ext uri="{9D8B030D-6E8A-4147-A177-3AD203B41FA5}">
                      <a16:colId xmlns:a16="http://schemas.microsoft.com/office/drawing/2014/main" val="4214644384"/>
                    </a:ext>
                  </a:extLst>
                </a:gridCol>
                <a:gridCol w="1365932">
                  <a:extLst>
                    <a:ext uri="{9D8B030D-6E8A-4147-A177-3AD203B41FA5}">
                      <a16:colId xmlns:a16="http://schemas.microsoft.com/office/drawing/2014/main" val="846895556"/>
                    </a:ext>
                  </a:extLst>
                </a:gridCol>
              </a:tblGrid>
              <a:tr h="40562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SUBJECT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A.V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VERB +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ing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0574040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I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was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work</a:t>
                      </a:r>
                      <a:r>
                        <a:rPr lang="en-US" sz="2800" dirty="0">
                          <a:solidFill>
                            <a:srgbClr val="92D050"/>
                          </a:solidFill>
                        </a:rPr>
                        <a:t>ing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6954927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We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were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work</a:t>
                      </a:r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92D05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ing</a:t>
                      </a:r>
                      <a:endParaRPr kumimoji="0" 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92D05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3448463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You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were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work</a:t>
                      </a:r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92D05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ing</a:t>
                      </a:r>
                      <a:endParaRPr kumimoji="0" 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92D05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9018074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She, He, It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was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work</a:t>
                      </a:r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92D05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ing</a:t>
                      </a:r>
                      <a:endParaRPr kumimoji="0" 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92D05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1980937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They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were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work</a:t>
                      </a: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2D05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ing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7719050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73DDD170-5595-7FCA-FE95-B6EC585FB859}"/>
              </a:ext>
            </a:extLst>
          </p:cNvPr>
          <p:cNvSpPr txBox="1"/>
          <p:nvPr/>
        </p:nvSpPr>
        <p:spPr>
          <a:xfrm>
            <a:off x="4943721" y="3572815"/>
            <a:ext cx="921984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formula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1549EED-8F27-8A87-5FA7-C8B7B283C67A}"/>
              </a:ext>
            </a:extLst>
          </p:cNvPr>
          <p:cNvGrpSpPr/>
          <p:nvPr/>
        </p:nvGrpSpPr>
        <p:grpSpPr>
          <a:xfrm>
            <a:off x="3844135" y="3100518"/>
            <a:ext cx="3121156" cy="369333"/>
            <a:chOff x="5204893" y="3866540"/>
            <a:chExt cx="2931531" cy="346894"/>
          </a:xfrm>
          <a:solidFill>
            <a:srgbClr val="92D050"/>
          </a:solidFill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9173CC4-1A63-3782-FE5E-216F7949CA65}"/>
                </a:ext>
              </a:extLst>
            </p:cNvPr>
            <p:cNvSpPr/>
            <p:nvPr/>
          </p:nvSpPr>
          <p:spPr>
            <a:xfrm>
              <a:off x="5204893" y="3907251"/>
              <a:ext cx="265471" cy="26547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8549418-76B6-C44F-9FC6-F4C15752DDDD}"/>
                </a:ext>
              </a:extLst>
            </p:cNvPr>
            <p:cNvSpPr/>
            <p:nvPr/>
          </p:nvSpPr>
          <p:spPr>
            <a:xfrm>
              <a:off x="5485171" y="3982836"/>
              <a:ext cx="23241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Isosceles Triangle 10">
              <a:extLst>
                <a:ext uri="{FF2B5EF4-FFF2-40B4-BE49-F238E27FC236}">
                  <a16:creationId xmlns:a16="http://schemas.microsoft.com/office/drawing/2014/main" id="{3BCFBF3B-0CE5-ABCD-2991-C1ECF41B73D2}"/>
                </a:ext>
              </a:extLst>
            </p:cNvPr>
            <p:cNvSpPr/>
            <p:nvPr/>
          </p:nvSpPr>
          <p:spPr>
            <a:xfrm rot="5400000">
              <a:off x="7813454" y="3890463"/>
              <a:ext cx="346894" cy="29904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89E10211-DBA9-DC19-8C32-74E2E414D4A4}"/>
              </a:ext>
            </a:extLst>
          </p:cNvPr>
          <p:cNvSpPr txBox="1"/>
          <p:nvPr/>
        </p:nvSpPr>
        <p:spPr>
          <a:xfrm>
            <a:off x="3850706" y="2708090"/>
            <a:ext cx="3358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Began  and progressed for a while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02DE9B-0D65-8AF3-40BF-39D586A719E6}"/>
              </a:ext>
            </a:extLst>
          </p:cNvPr>
          <p:cNvSpPr txBox="1"/>
          <p:nvPr/>
        </p:nvSpPr>
        <p:spPr>
          <a:xfrm>
            <a:off x="1911842" y="827370"/>
            <a:ext cx="83683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Regular" pitchFamily="2" charset="0"/>
                <a:ea typeface="+mn-ea"/>
                <a:cs typeface="Aharoni" panose="02010803020104030203" pitchFamily="2" charset="-79"/>
              </a:rPr>
              <a:t>Past Tense – </a:t>
            </a:r>
            <a:r>
              <a:rPr kumimoji="0" lang="ta-IN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Regular" pitchFamily="2" charset="0"/>
                <a:ea typeface="+mn-ea"/>
                <a:cs typeface="Aharoni" panose="02010803020104030203" pitchFamily="2" charset="-79"/>
              </a:rPr>
              <a:t>இறந்தகாலம் </a:t>
            </a:r>
          </a:p>
        </p:txBody>
      </p:sp>
    </p:spTree>
    <p:extLst>
      <p:ext uri="{BB962C8B-B14F-4D97-AF65-F5344CB8AC3E}">
        <p14:creationId xmlns:p14="http://schemas.microsoft.com/office/powerpoint/2010/main" val="30503424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7242DFCB-22A2-0747-54FE-76BE7B25580E}"/>
              </a:ext>
            </a:extLst>
          </p:cNvPr>
          <p:cNvSpPr/>
          <p:nvPr/>
        </p:nvSpPr>
        <p:spPr>
          <a:xfrm>
            <a:off x="4825349" y="2931588"/>
            <a:ext cx="7078940" cy="3323821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dirty="0"/>
              <a:t>I was going – </a:t>
            </a:r>
            <a:r>
              <a:rPr lang="en-US" dirty="0" err="1"/>
              <a:t>நான்</a:t>
            </a:r>
            <a:r>
              <a:rPr lang="en-US" dirty="0"/>
              <a:t> </a:t>
            </a:r>
            <a:r>
              <a:rPr lang="en-US" dirty="0" err="1"/>
              <a:t>போய்கொண்டிருந்தேன்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You were coming – </a:t>
            </a:r>
            <a:r>
              <a:rPr lang="en-US" dirty="0" err="1"/>
              <a:t>நீ</a:t>
            </a:r>
            <a:r>
              <a:rPr lang="en-US" dirty="0"/>
              <a:t> </a:t>
            </a:r>
            <a:r>
              <a:rPr lang="en-US" dirty="0" err="1"/>
              <a:t>வந்துகொண்டிருந்தாய்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He was playing – </a:t>
            </a:r>
            <a:r>
              <a:rPr lang="en-US" dirty="0" err="1"/>
              <a:t>அவன்</a:t>
            </a:r>
            <a:r>
              <a:rPr lang="en-US" dirty="0"/>
              <a:t> </a:t>
            </a:r>
            <a:r>
              <a:rPr lang="en-US" dirty="0" err="1"/>
              <a:t>விளையாடிக்கொண்டிருந்தான்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They were reading – </a:t>
            </a:r>
            <a:r>
              <a:rPr lang="en-US" dirty="0" err="1"/>
              <a:t>அவர்கள்</a:t>
            </a:r>
            <a:r>
              <a:rPr lang="en-US" dirty="0"/>
              <a:t> </a:t>
            </a:r>
            <a:r>
              <a:rPr lang="en-US" dirty="0" err="1"/>
              <a:t>படித்துக்கொண்டிருந்தார்கள்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We were watching  - </a:t>
            </a:r>
            <a:r>
              <a:rPr lang="en-US" dirty="0" err="1"/>
              <a:t>நாங்கள்</a:t>
            </a:r>
            <a:r>
              <a:rPr lang="en-US" dirty="0"/>
              <a:t> </a:t>
            </a:r>
            <a:r>
              <a:rPr lang="en-US" dirty="0" err="1"/>
              <a:t>பார்த்துக்கொண்டிருந்தோம்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It was working – </a:t>
            </a:r>
            <a:r>
              <a:rPr lang="en-US" dirty="0" err="1"/>
              <a:t>அது</a:t>
            </a:r>
            <a:r>
              <a:rPr lang="en-US" dirty="0"/>
              <a:t> </a:t>
            </a:r>
            <a:r>
              <a:rPr lang="en-US" dirty="0" err="1"/>
              <a:t>வேலை</a:t>
            </a:r>
            <a:r>
              <a:rPr lang="en-US" dirty="0"/>
              <a:t> </a:t>
            </a:r>
            <a:r>
              <a:rPr lang="en-US" dirty="0" err="1"/>
              <a:t>செய்து</a:t>
            </a:r>
            <a:r>
              <a:rPr lang="en-US" dirty="0"/>
              <a:t> </a:t>
            </a:r>
            <a:r>
              <a:rPr lang="en-US" dirty="0" err="1"/>
              <a:t>கொண்டிருந்தது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You were writing – </a:t>
            </a:r>
            <a:r>
              <a:rPr lang="en-US" dirty="0" err="1"/>
              <a:t>நீ</a:t>
            </a:r>
            <a:r>
              <a:rPr lang="en-US" dirty="0"/>
              <a:t> </a:t>
            </a:r>
            <a:r>
              <a:rPr lang="en-US" dirty="0" err="1"/>
              <a:t>எழுதிக்கொண்டிருந்தாய்</a:t>
            </a:r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61AB1C9-5602-5765-5E3C-93B76FF12588}"/>
              </a:ext>
            </a:extLst>
          </p:cNvPr>
          <p:cNvGrpSpPr/>
          <p:nvPr/>
        </p:nvGrpSpPr>
        <p:grpSpPr>
          <a:xfrm>
            <a:off x="5539340" y="2136977"/>
            <a:ext cx="5650959" cy="668690"/>
            <a:chOff x="5204893" y="3866540"/>
            <a:chExt cx="2931531" cy="346894"/>
          </a:xfrm>
          <a:solidFill>
            <a:srgbClr val="92D050"/>
          </a:solidFill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D3DDD8E-E11E-B55D-585A-29BF4D035E4A}"/>
                </a:ext>
              </a:extLst>
            </p:cNvPr>
            <p:cNvSpPr/>
            <p:nvPr/>
          </p:nvSpPr>
          <p:spPr>
            <a:xfrm>
              <a:off x="5204893" y="3907251"/>
              <a:ext cx="265471" cy="26547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C041366-4B51-868A-E26D-D7CDCD5A00C5}"/>
                </a:ext>
              </a:extLst>
            </p:cNvPr>
            <p:cNvSpPr/>
            <p:nvPr/>
          </p:nvSpPr>
          <p:spPr>
            <a:xfrm>
              <a:off x="5485171" y="3982836"/>
              <a:ext cx="23241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A2C5AD19-98BB-54C1-528A-0B72672E7D31}"/>
                </a:ext>
              </a:extLst>
            </p:cNvPr>
            <p:cNvSpPr/>
            <p:nvPr/>
          </p:nvSpPr>
          <p:spPr>
            <a:xfrm rot="5400000">
              <a:off x="7813454" y="3890463"/>
              <a:ext cx="346894" cy="29904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62E51FAD-DEEF-F804-2342-75B877FC85F2}"/>
              </a:ext>
            </a:extLst>
          </p:cNvPr>
          <p:cNvSpPr txBox="1"/>
          <p:nvPr/>
        </p:nvSpPr>
        <p:spPr>
          <a:xfrm>
            <a:off x="6163094" y="1845008"/>
            <a:ext cx="44034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Began  and progressed for a while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3804D57-3362-AC1E-A34E-5A0B8AACF1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9527545"/>
              </p:ext>
            </p:extLst>
          </p:nvPr>
        </p:nvGraphicFramePr>
        <p:xfrm>
          <a:off x="405070" y="2652925"/>
          <a:ext cx="4254460" cy="361755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44264">
                  <a:extLst>
                    <a:ext uri="{9D8B030D-6E8A-4147-A177-3AD203B41FA5}">
                      <a16:colId xmlns:a16="http://schemas.microsoft.com/office/drawing/2014/main" val="2260322098"/>
                    </a:ext>
                  </a:extLst>
                </a:gridCol>
                <a:gridCol w="1444264">
                  <a:extLst>
                    <a:ext uri="{9D8B030D-6E8A-4147-A177-3AD203B41FA5}">
                      <a16:colId xmlns:a16="http://schemas.microsoft.com/office/drawing/2014/main" val="4214644384"/>
                    </a:ext>
                  </a:extLst>
                </a:gridCol>
                <a:gridCol w="1365932">
                  <a:extLst>
                    <a:ext uri="{9D8B030D-6E8A-4147-A177-3AD203B41FA5}">
                      <a16:colId xmlns:a16="http://schemas.microsoft.com/office/drawing/2014/main" val="846895556"/>
                    </a:ext>
                  </a:extLst>
                </a:gridCol>
              </a:tblGrid>
              <a:tr h="40562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SUBJECT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Past A.V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VERB +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ing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0574040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I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was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writ</a:t>
                      </a:r>
                      <a:r>
                        <a:rPr lang="en-US" sz="2800" dirty="0">
                          <a:solidFill>
                            <a:srgbClr val="92D050"/>
                          </a:solidFill>
                        </a:rPr>
                        <a:t>ing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6954927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We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were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writ</a:t>
                      </a:r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92D05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ing</a:t>
                      </a:r>
                      <a:endParaRPr kumimoji="0" 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92D05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3448463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You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were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writ</a:t>
                      </a:r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92D05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ing</a:t>
                      </a:r>
                      <a:endParaRPr kumimoji="0" 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92D05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9018074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She, He, It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was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writ</a:t>
                      </a:r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92D05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ing</a:t>
                      </a:r>
                      <a:endParaRPr kumimoji="0" 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92D05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1980937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They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were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writ</a:t>
                      </a: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2D05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ing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771905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9F594AF-FA78-F926-B34D-F18F36E2267A}"/>
              </a:ext>
            </a:extLst>
          </p:cNvPr>
          <p:cNvSpPr txBox="1"/>
          <p:nvPr/>
        </p:nvSpPr>
        <p:spPr>
          <a:xfrm>
            <a:off x="1911842" y="827370"/>
            <a:ext cx="83683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Regular" pitchFamily="2" charset="0"/>
                <a:ea typeface="+mn-ea"/>
                <a:cs typeface="Aharoni" panose="02010803020104030203" pitchFamily="2" charset="-79"/>
              </a:rPr>
              <a:t>Past Tense – </a:t>
            </a:r>
            <a:r>
              <a:rPr kumimoji="0" lang="ta-IN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Regular" pitchFamily="2" charset="0"/>
                <a:ea typeface="+mn-ea"/>
                <a:cs typeface="Aharoni" panose="02010803020104030203" pitchFamily="2" charset="-79"/>
              </a:rPr>
              <a:t>இறந்தகாலம் </a:t>
            </a:r>
          </a:p>
        </p:txBody>
      </p:sp>
    </p:spTree>
    <p:extLst>
      <p:ext uri="{BB962C8B-B14F-4D97-AF65-F5344CB8AC3E}">
        <p14:creationId xmlns:p14="http://schemas.microsoft.com/office/powerpoint/2010/main" val="2557829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A2247C6A-B487-0ECE-4D1E-9A20FD0920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14803203"/>
              </p:ext>
            </p:extLst>
          </p:nvPr>
        </p:nvGraphicFramePr>
        <p:xfrm>
          <a:off x="593764" y="2148862"/>
          <a:ext cx="2981949" cy="38523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D060A11-164D-D88D-2867-46D05265B29F}"/>
              </a:ext>
            </a:extLst>
          </p:cNvPr>
          <p:cNvSpPr/>
          <p:nvPr/>
        </p:nvSpPr>
        <p:spPr>
          <a:xfrm>
            <a:off x="3620870" y="4075028"/>
            <a:ext cx="3432004" cy="1050877"/>
          </a:xfrm>
          <a:prstGeom prst="round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SUBJECT + HAD + VERB 3</a:t>
            </a: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5514E9DD-2E36-BD31-927F-0104160FB4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9956946"/>
              </p:ext>
            </p:extLst>
          </p:nvPr>
        </p:nvGraphicFramePr>
        <p:xfrm>
          <a:off x="7343775" y="2222016"/>
          <a:ext cx="4254460" cy="361755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44264">
                  <a:extLst>
                    <a:ext uri="{9D8B030D-6E8A-4147-A177-3AD203B41FA5}">
                      <a16:colId xmlns:a16="http://schemas.microsoft.com/office/drawing/2014/main" val="2260322098"/>
                    </a:ext>
                  </a:extLst>
                </a:gridCol>
                <a:gridCol w="1444264">
                  <a:extLst>
                    <a:ext uri="{9D8B030D-6E8A-4147-A177-3AD203B41FA5}">
                      <a16:colId xmlns:a16="http://schemas.microsoft.com/office/drawing/2014/main" val="4214644384"/>
                    </a:ext>
                  </a:extLst>
                </a:gridCol>
                <a:gridCol w="1365932">
                  <a:extLst>
                    <a:ext uri="{9D8B030D-6E8A-4147-A177-3AD203B41FA5}">
                      <a16:colId xmlns:a16="http://schemas.microsoft.com/office/drawing/2014/main" val="846895556"/>
                    </a:ext>
                  </a:extLst>
                </a:gridCol>
              </a:tblGrid>
              <a:tr h="40562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SUBJECT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HAD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VERB V3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0574040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I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had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work</a:t>
                      </a:r>
                      <a:r>
                        <a:rPr lang="en-US" sz="2800" dirty="0">
                          <a:solidFill>
                            <a:srgbClr val="00B0F0"/>
                          </a:solidFill>
                        </a:rPr>
                        <a:t>ed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6954927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We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had</a:t>
                      </a:r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work</a:t>
                      </a:r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ed</a:t>
                      </a:r>
                      <a:endParaRPr kumimoji="0" 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92D05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3448463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You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had</a:t>
                      </a:r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work</a:t>
                      </a:r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ed</a:t>
                      </a:r>
                      <a:endParaRPr kumimoji="0" 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92D05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9018074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She, He, It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had</a:t>
                      </a:r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work</a:t>
                      </a:r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ed</a:t>
                      </a:r>
                      <a:endParaRPr kumimoji="0" 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92D05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1980937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They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had</a:t>
                      </a:r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work</a:t>
                      </a: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ed</a:t>
                      </a:r>
                      <a:endParaRPr kumimoji="0" 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92D05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7719050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73DDD170-5595-7FCA-FE95-B6EC585FB859}"/>
              </a:ext>
            </a:extLst>
          </p:cNvPr>
          <p:cNvSpPr txBox="1"/>
          <p:nvPr/>
        </p:nvSpPr>
        <p:spPr>
          <a:xfrm>
            <a:off x="4875880" y="3572815"/>
            <a:ext cx="921984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formula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D3B8530-B3F8-C810-6C20-A6D4839D073F}"/>
              </a:ext>
            </a:extLst>
          </p:cNvPr>
          <p:cNvGrpSpPr/>
          <p:nvPr/>
        </p:nvGrpSpPr>
        <p:grpSpPr>
          <a:xfrm>
            <a:off x="3636109" y="3134887"/>
            <a:ext cx="3401527" cy="305047"/>
            <a:chOff x="5070373" y="5122154"/>
            <a:chExt cx="3868154" cy="346894"/>
          </a:xfrm>
          <a:solidFill>
            <a:srgbClr val="00B0F0"/>
          </a:solidFill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4BE65DAE-21E7-80ED-50FF-1BCDA2182F4D}"/>
                </a:ext>
              </a:extLst>
            </p:cNvPr>
            <p:cNvSpPr/>
            <p:nvPr/>
          </p:nvSpPr>
          <p:spPr>
            <a:xfrm>
              <a:off x="5070373" y="5162865"/>
              <a:ext cx="265471" cy="26547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535C751-3255-1C3B-E17F-9A3C11B106E0}"/>
                </a:ext>
              </a:extLst>
            </p:cNvPr>
            <p:cNvSpPr/>
            <p:nvPr/>
          </p:nvSpPr>
          <p:spPr>
            <a:xfrm>
              <a:off x="5485171" y="5251818"/>
              <a:ext cx="1220429" cy="8756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ABD4C9AD-8497-D994-75BD-CEA02974AE36}"/>
                </a:ext>
              </a:extLst>
            </p:cNvPr>
            <p:cNvSpPr/>
            <p:nvPr/>
          </p:nvSpPr>
          <p:spPr>
            <a:xfrm>
              <a:off x="6854927" y="5162865"/>
              <a:ext cx="265471" cy="26547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5D2D37F-AF7E-5636-6210-C186276AF93A}"/>
                </a:ext>
              </a:extLst>
            </p:cNvPr>
            <p:cNvSpPr/>
            <p:nvPr/>
          </p:nvSpPr>
          <p:spPr>
            <a:xfrm>
              <a:off x="7269725" y="5251818"/>
              <a:ext cx="1220429" cy="8756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AA233E93-52DD-075C-4C5E-157697D7F5C7}"/>
                </a:ext>
              </a:extLst>
            </p:cNvPr>
            <p:cNvSpPr/>
            <p:nvPr/>
          </p:nvSpPr>
          <p:spPr>
            <a:xfrm rot="5400000">
              <a:off x="8615557" y="5146077"/>
              <a:ext cx="346894" cy="29904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3DB57DBA-2A4E-F950-493E-EE13FFE71A6B}"/>
              </a:ext>
            </a:extLst>
          </p:cNvPr>
          <p:cNvSpPr txBox="1"/>
          <p:nvPr/>
        </p:nvSpPr>
        <p:spPr>
          <a:xfrm>
            <a:off x="3672224" y="2620476"/>
            <a:ext cx="3380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Happened in the past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326C32-B99C-5F85-0882-3A8A1F315056}"/>
              </a:ext>
            </a:extLst>
          </p:cNvPr>
          <p:cNvSpPr txBox="1"/>
          <p:nvPr/>
        </p:nvSpPr>
        <p:spPr>
          <a:xfrm>
            <a:off x="1911842" y="827370"/>
            <a:ext cx="83683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Regular" pitchFamily="2" charset="0"/>
                <a:ea typeface="+mn-ea"/>
                <a:cs typeface="Aharoni" panose="02010803020104030203" pitchFamily="2" charset="-79"/>
              </a:rPr>
              <a:t>Past Tense – </a:t>
            </a:r>
            <a:r>
              <a:rPr kumimoji="0" lang="ta-IN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Regular" pitchFamily="2" charset="0"/>
                <a:ea typeface="+mn-ea"/>
                <a:cs typeface="Aharoni" panose="02010803020104030203" pitchFamily="2" charset="-79"/>
              </a:rPr>
              <a:t>இறந்தகாலம் </a:t>
            </a:r>
          </a:p>
        </p:txBody>
      </p:sp>
    </p:spTree>
    <p:extLst>
      <p:ext uri="{BB962C8B-B14F-4D97-AF65-F5344CB8AC3E}">
        <p14:creationId xmlns:p14="http://schemas.microsoft.com/office/powerpoint/2010/main" val="16524505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7242DFCB-22A2-0747-54FE-76BE7B25580E}"/>
              </a:ext>
            </a:extLst>
          </p:cNvPr>
          <p:cNvSpPr/>
          <p:nvPr/>
        </p:nvSpPr>
        <p:spPr>
          <a:xfrm>
            <a:off x="5626192" y="2949198"/>
            <a:ext cx="5432863" cy="2996513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dirty="0"/>
              <a:t>I had gone there when he sent me</a:t>
            </a:r>
          </a:p>
          <a:p>
            <a:pPr>
              <a:lnSpc>
                <a:spcPct val="150000"/>
              </a:lnSpc>
            </a:pPr>
            <a:r>
              <a:rPr lang="en-US" dirty="0"/>
              <a:t>You had come after I invited you</a:t>
            </a:r>
          </a:p>
          <a:p>
            <a:pPr>
              <a:lnSpc>
                <a:spcPct val="150000"/>
              </a:lnSpc>
            </a:pPr>
            <a:r>
              <a:rPr lang="en-US" dirty="0"/>
              <a:t>He had played before you ate breakfast</a:t>
            </a:r>
          </a:p>
          <a:p>
            <a:pPr>
              <a:lnSpc>
                <a:spcPct val="150000"/>
              </a:lnSpc>
            </a:pPr>
            <a:r>
              <a:rPr lang="en-US" dirty="0"/>
              <a:t>They had read and wrote the exam</a:t>
            </a:r>
          </a:p>
          <a:p>
            <a:pPr>
              <a:lnSpc>
                <a:spcPct val="150000"/>
              </a:lnSpc>
            </a:pPr>
            <a:r>
              <a:rPr lang="en-US" dirty="0"/>
              <a:t>We had watched when they played the movie</a:t>
            </a:r>
          </a:p>
          <a:p>
            <a:pPr>
              <a:lnSpc>
                <a:spcPct val="150000"/>
              </a:lnSpc>
            </a:pPr>
            <a:r>
              <a:rPr lang="en-US" dirty="0"/>
              <a:t>It had worked when she started it</a:t>
            </a:r>
          </a:p>
          <a:p>
            <a:pPr>
              <a:lnSpc>
                <a:spcPct val="150000"/>
              </a:lnSpc>
            </a:pPr>
            <a:r>
              <a:rPr lang="en-US" dirty="0"/>
              <a:t>You had written what I told him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6C121A5-DDC9-FBFB-4623-BF195EAFFD0C}"/>
              </a:ext>
            </a:extLst>
          </p:cNvPr>
          <p:cNvGrpSpPr/>
          <p:nvPr/>
        </p:nvGrpSpPr>
        <p:grpSpPr>
          <a:xfrm>
            <a:off x="5301959" y="2293447"/>
            <a:ext cx="6019954" cy="539866"/>
            <a:chOff x="5070373" y="5122154"/>
            <a:chExt cx="3868154" cy="346894"/>
          </a:xfrm>
          <a:solidFill>
            <a:srgbClr val="00B0F0"/>
          </a:solidFill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47903FE5-B1A7-9D5F-DF03-0BD30DAF5167}"/>
                </a:ext>
              </a:extLst>
            </p:cNvPr>
            <p:cNvSpPr/>
            <p:nvPr/>
          </p:nvSpPr>
          <p:spPr>
            <a:xfrm>
              <a:off x="5070373" y="5162865"/>
              <a:ext cx="265471" cy="26547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72FDC72-2140-6698-C396-07F5C44D5AE8}"/>
                </a:ext>
              </a:extLst>
            </p:cNvPr>
            <p:cNvSpPr/>
            <p:nvPr/>
          </p:nvSpPr>
          <p:spPr>
            <a:xfrm>
              <a:off x="5485171" y="5251818"/>
              <a:ext cx="1220429" cy="8756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25760DD-C298-2884-0172-63308C95DF57}"/>
                </a:ext>
              </a:extLst>
            </p:cNvPr>
            <p:cNvSpPr/>
            <p:nvPr/>
          </p:nvSpPr>
          <p:spPr>
            <a:xfrm>
              <a:off x="6854927" y="5162865"/>
              <a:ext cx="265471" cy="26547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D9C7125-139D-FE0B-8C2D-AE77603141D7}"/>
                </a:ext>
              </a:extLst>
            </p:cNvPr>
            <p:cNvSpPr/>
            <p:nvPr/>
          </p:nvSpPr>
          <p:spPr>
            <a:xfrm>
              <a:off x="7269725" y="5251818"/>
              <a:ext cx="1220429" cy="8756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E2E832EB-4DCE-F44D-E46C-081052BE8789}"/>
                </a:ext>
              </a:extLst>
            </p:cNvPr>
            <p:cNvSpPr/>
            <p:nvPr/>
          </p:nvSpPr>
          <p:spPr>
            <a:xfrm rot="5400000">
              <a:off x="8615557" y="5146077"/>
              <a:ext cx="346894" cy="29904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2C407A1C-E65E-A83D-A171-CD83876885A2}"/>
              </a:ext>
            </a:extLst>
          </p:cNvPr>
          <p:cNvSpPr txBox="1"/>
          <p:nvPr/>
        </p:nvSpPr>
        <p:spPr>
          <a:xfrm>
            <a:off x="5473326" y="1871588"/>
            <a:ext cx="5983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Happened in the past but still have impact on the present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7466551-6DFD-B1FC-7623-F9988FC969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6005349"/>
              </p:ext>
            </p:extLst>
          </p:nvPr>
        </p:nvGraphicFramePr>
        <p:xfrm>
          <a:off x="560952" y="2346086"/>
          <a:ext cx="4254460" cy="361755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44264">
                  <a:extLst>
                    <a:ext uri="{9D8B030D-6E8A-4147-A177-3AD203B41FA5}">
                      <a16:colId xmlns:a16="http://schemas.microsoft.com/office/drawing/2014/main" val="2260322098"/>
                    </a:ext>
                  </a:extLst>
                </a:gridCol>
                <a:gridCol w="1444264">
                  <a:extLst>
                    <a:ext uri="{9D8B030D-6E8A-4147-A177-3AD203B41FA5}">
                      <a16:colId xmlns:a16="http://schemas.microsoft.com/office/drawing/2014/main" val="4214644384"/>
                    </a:ext>
                  </a:extLst>
                </a:gridCol>
                <a:gridCol w="1365932">
                  <a:extLst>
                    <a:ext uri="{9D8B030D-6E8A-4147-A177-3AD203B41FA5}">
                      <a16:colId xmlns:a16="http://schemas.microsoft.com/office/drawing/2014/main" val="846895556"/>
                    </a:ext>
                  </a:extLst>
                </a:gridCol>
              </a:tblGrid>
              <a:tr h="40562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SUBJECT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HAD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VERB V3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0574040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I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had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spoken</a:t>
                      </a:r>
                      <a:endParaRPr lang="en-US" sz="2800" dirty="0">
                        <a:solidFill>
                          <a:srgbClr val="00B0F0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6954927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We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had</a:t>
                      </a:r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spoken</a:t>
                      </a:r>
                      <a:endParaRPr kumimoji="0" 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92D05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3448463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You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had</a:t>
                      </a:r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spoken</a:t>
                      </a:r>
                      <a:endParaRPr kumimoji="0" 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92D05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9018074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She, He, It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had</a:t>
                      </a:r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spoken</a:t>
                      </a:r>
                      <a:endParaRPr kumimoji="0" 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92D05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1980937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They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had</a:t>
                      </a:r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spoken</a:t>
                      </a:r>
                      <a:endParaRPr kumimoji="0" 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92D05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771905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7B83944-7506-779B-8790-82D651EF79C0}"/>
              </a:ext>
            </a:extLst>
          </p:cNvPr>
          <p:cNvSpPr txBox="1"/>
          <p:nvPr/>
        </p:nvSpPr>
        <p:spPr>
          <a:xfrm>
            <a:off x="1911842" y="827370"/>
            <a:ext cx="83683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Regular" pitchFamily="2" charset="0"/>
                <a:ea typeface="+mn-ea"/>
                <a:cs typeface="Aharoni" panose="02010803020104030203" pitchFamily="2" charset="-79"/>
              </a:rPr>
              <a:t>Past Tense – </a:t>
            </a:r>
            <a:r>
              <a:rPr kumimoji="0" lang="ta-IN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Regular" pitchFamily="2" charset="0"/>
                <a:ea typeface="+mn-ea"/>
                <a:cs typeface="Aharoni" panose="02010803020104030203" pitchFamily="2" charset="-79"/>
              </a:rPr>
              <a:t>இறந்தகாலம் </a:t>
            </a:r>
          </a:p>
        </p:txBody>
      </p:sp>
    </p:spTree>
    <p:extLst>
      <p:ext uri="{BB962C8B-B14F-4D97-AF65-F5344CB8AC3E}">
        <p14:creationId xmlns:p14="http://schemas.microsoft.com/office/powerpoint/2010/main" val="18228516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67075C9-B7C5-847C-8759-CA7091E368A2}"/>
              </a:ext>
            </a:extLst>
          </p:cNvPr>
          <p:cNvSpPr txBox="1"/>
          <p:nvPr/>
        </p:nvSpPr>
        <p:spPr>
          <a:xfrm>
            <a:off x="1911842" y="1177373"/>
            <a:ext cx="83683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Regular" pitchFamily="2" charset="0"/>
                <a:ea typeface="+mn-ea"/>
                <a:cs typeface="Aharoni" panose="02010803020104030203" pitchFamily="2" charset="-79"/>
              </a:rPr>
              <a:t>Objective type Questions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786819-469D-D947-80AD-B31B76BC031E}"/>
              </a:ext>
            </a:extLst>
          </p:cNvPr>
          <p:cNvSpPr txBox="1"/>
          <p:nvPr/>
        </p:nvSpPr>
        <p:spPr>
          <a:xfrm>
            <a:off x="1669430" y="2078843"/>
            <a:ext cx="885314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Regular" pitchFamily="2" charset="0"/>
                <a:ea typeface="+mn-ea"/>
                <a:cs typeface="Aharoni" panose="02010803020104030203" pitchFamily="2" charset="-79"/>
              </a:rPr>
              <a:t>Just change the place of auxiliary verb with given subject to make it a question.</a:t>
            </a:r>
            <a:endParaRPr lang="en-US" sz="9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726632-0CA6-52DF-9830-FFC31219AB67}"/>
              </a:ext>
            </a:extLst>
          </p:cNvPr>
          <p:cNvSpPr txBox="1"/>
          <p:nvPr/>
        </p:nvSpPr>
        <p:spPr>
          <a:xfrm>
            <a:off x="1669430" y="3679363"/>
            <a:ext cx="885314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prstClr val="white"/>
                </a:solidFill>
                <a:latin typeface="Montserrat Regular" pitchFamily="2" charset="0"/>
                <a:cs typeface="Aharoni" panose="02010803020104030203" pitchFamily="2" charset="-79"/>
              </a:rPr>
              <a:t>I danced – I </a:t>
            </a:r>
            <a:r>
              <a:rPr lang="en-US" sz="3200" dirty="0">
                <a:solidFill>
                  <a:srgbClr val="FFC000"/>
                </a:solidFill>
                <a:latin typeface="Montserrat Regular" pitchFamily="2" charset="0"/>
                <a:cs typeface="Aharoni" panose="02010803020104030203" pitchFamily="2" charset="-79"/>
              </a:rPr>
              <a:t>did</a:t>
            </a:r>
            <a:r>
              <a:rPr lang="en-US" sz="3200" dirty="0">
                <a:solidFill>
                  <a:prstClr val="white"/>
                </a:solidFill>
                <a:latin typeface="Montserrat Regular" pitchFamily="2" charset="0"/>
                <a:cs typeface="Aharoni" panose="02010803020104030203" pitchFamily="2" charset="-79"/>
              </a:rPr>
              <a:t> dance – Did I dance? </a:t>
            </a:r>
          </a:p>
          <a:p>
            <a:pPr algn="ctr"/>
            <a:endParaRPr lang="en-US" sz="3200" dirty="0">
              <a:solidFill>
                <a:prstClr val="white"/>
              </a:solidFill>
              <a:latin typeface="Montserrat Regular" pitchFamily="2" charset="0"/>
              <a:cs typeface="Aharoni" panose="02010803020104030203" pitchFamily="2" charset="-79"/>
            </a:endParaRPr>
          </a:p>
          <a:p>
            <a:pPr algn="ctr"/>
            <a:r>
              <a:rPr lang="en-US" sz="3200" dirty="0">
                <a:solidFill>
                  <a:prstClr val="white"/>
                </a:solidFill>
                <a:latin typeface="Montserrat Regular" pitchFamily="2" charset="0"/>
                <a:cs typeface="Aharoni" panose="02010803020104030203" pitchFamily="2" charset="-79"/>
              </a:rPr>
              <a:t>I was dancing – Was I dancing?</a:t>
            </a:r>
          </a:p>
          <a:p>
            <a:pPr algn="ctr"/>
            <a:endParaRPr lang="en-US" sz="3200" dirty="0">
              <a:solidFill>
                <a:prstClr val="white"/>
              </a:solidFill>
              <a:latin typeface="Montserrat Regular" pitchFamily="2" charset="0"/>
              <a:cs typeface="Aharoni" panose="02010803020104030203" pitchFamily="2" charset="-79"/>
            </a:endParaRPr>
          </a:p>
          <a:p>
            <a:pPr algn="ctr"/>
            <a:r>
              <a:rPr lang="en-US" sz="3200" dirty="0">
                <a:solidFill>
                  <a:prstClr val="white"/>
                </a:solidFill>
                <a:latin typeface="Montserrat Regular" pitchFamily="2" charset="0"/>
                <a:cs typeface="Aharoni" panose="02010803020104030203" pitchFamily="2" charset="-79"/>
              </a:rPr>
              <a:t>I had danced – Had I danced?</a:t>
            </a:r>
            <a:endParaRPr lang="en-US" sz="900" dirty="0"/>
          </a:p>
        </p:txBody>
      </p:sp>
      <p:sp>
        <p:nvSpPr>
          <p:cNvPr id="7" name="Arrow: Curved Left 6">
            <a:extLst>
              <a:ext uri="{FF2B5EF4-FFF2-40B4-BE49-F238E27FC236}">
                <a16:creationId xmlns:a16="http://schemas.microsoft.com/office/drawing/2014/main" id="{F9CDB5C7-2E15-8CEA-FF9B-73A7A3B82755}"/>
              </a:ext>
            </a:extLst>
          </p:cNvPr>
          <p:cNvSpPr/>
          <p:nvPr/>
        </p:nvSpPr>
        <p:spPr>
          <a:xfrm rot="5103886" flipH="1">
            <a:off x="4641077" y="3135399"/>
            <a:ext cx="377372" cy="846415"/>
          </a:xfrm>
          <a:prstGeom prst="curvedLeftArrow">
            <a:avLst>
              <a:gd name="adj1" fmla="val 25000"/>
              <a:gd name="adj2" fmla="val 119314"/>
              <a:gd name="adj3" fmla="val 3637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Arrow: Curved Left 7">
            <a:extLst>
              <a:ext uri="{FF2B5EF4-FFF2-40B4-BE49-F238E27FC236}">
                <a16:creationId xmlns:a16="http://schemas.microsoft.com/office/drawing/2014/main" id="{D3EE2BDB-6D58-C305-5CA8-0DF63090C1F7}"/>
              </a:ext>
            </a:extLst>
          </p:cNvPr>
          <p:cNvSpPr/>
          <p:nvPr/>
        </p:nvSpPr>
        <p:spPr>
          <a:xfrm rot="5103886" flipH="1">
            <a:off x="3144787" y="3988023"/>
            <a:ext cx="377372" cy="846415"/>
          </a:xfrm>
          <a:prstGeom prst="curvedLeftArrow">
            <a:avLst>
              <a:gd name="adj1" fmla="val 25000"/>
              <a:gd name="adj2" fmla="val 119314"/>
              <a:gd name="adj3" fmla="val 3637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Arrow: Curved Left 8">
            <a:extLst>
              <a:ext uri="{FF2B5EF4-FFF2-40B4-BE49-F238E27FC236}">
                <a16:creationId xmlns:a16="http://schemas.microsoft.com/office/drawing/2014/main" id="{AE6ABEEB-D9DD-A900-DBF6-1CAF9176F529}"/>
              </a:ext>
            </a:extLst>
          </p:cNvPr>
          <p:cNvSpPr/>
          <p:nvPr/>
        </p:nvSpPr>
        <p:spPr>
          <a:xfrm rot="5103886" flipH="1">
            <a:off x="2992388" y="5017132"/>
            <a:ext cx="377372" cy="846415"/>
          </a:xfrm>
          <a:prstGeom prst="curvedLeftArrow">
            <a:avLst>
              <a:gd name="adj1" fmla="val 25000"/>
              <a:gd name="adj2" fmla="val 119314"/>
              <a:gd name="adj3" fmla="val 3637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668278-B68E-AD30-D75F-D3C10F6E8E2F}"/>
              </a:ext>
            </a:extLst>
          </p:cNvPr>
          <p:cNvSpPr txBox="1"/>
          <p:nvPr/>
        </p:nvSpPr>
        <p:spPr>
          <a:xfrm>
            <a:off x="8154019" y="6385914"/>
            <a:ext cx="35982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prstClr val="white"/>
                </a:solidFill>
                <a:latin typeface="Montserrat Regular" pitchFamily="2" charset="0"/>
                <a:cs typeface="Aharoni" panose="02010803020104030203" pitchFamily="2" charset="-79"/>
              </a:rPr>
              <a:t>* Question mark is important.</a:t>
            </a:r>
            <a:endParaRPr lang="en-US" sz="5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935F18-2B30-AF52-7740-FCE757672D24}"/>
              </a:ext>
            </a:extLst>
          </p:cNvPr>
          <p:cNvSpPr txBox="1"/>
          <p:nvPr/>
        </p:nvSpPr>
        <p:spPr>
          <a:xfrm>
            <a:off x="439776" y="3807539"/>
            <a:ext cx="18427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prstClr val="white"/>
                </a:solidFill>
                <a:highlight>
                  <a:srgbClr val="800000"/>
                </a:highlight>
                <a:latin typeface="Montserrat Regular" pitchFamily="2" charset="0"/>
                <a:cs typeface="Aharoni" panose="02010803020104030203" pitchFamily="2" charset="-79"/>
              </a:rPr>
              <a:t>Simple</a:t>
            </a:r>
            <a:endParaRPr lang="en-US" sz="600" dirty="0">
              <a:highlight>
                <a:srgbClr val="800000"/>
              </a:highligh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B1E329-3DF9-B8A5-7174-6F61E54C5D76}"/>
              </a:ext>
            </a:extLst>
          </p:cNvPr>
          <p:cNvSpPr txBox="1"/>
          <p:nvPr/>
        </p:nvSpPr>
        <p:spPr>
          <a:xfrm>
            <a:off x="439776" y="4756580"/>
            <a:ext cx="18427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prstClr val="white"/>
                </a:solidFill>
                <a:highlight>
                  <a:srgbClr val="800000"/>
                </a:highlight>
                <a:latin typeface="Montserrat Regular" pitchFamily="2" charset="0"/>
                <a:cs typeface="Aharoni" panose="02010803020104030203" pitchFamily="2" charset="-79"/>
              </a:rPr>
              <a:t>Continuous</a:t>
            </a:r>
            <a:endParaRPr lang="en-US" sz="600" dirty="0">
              <a:highlight>
                <a:srgbClr val="800000"/>
              </a:highligh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B86210-0E22-835F-720F-E39E91F2829C}"/>
              </a:ext>
            </a:extLst>
          </p:cNvPr>
          <p:cNvSpPr txBox="1"/>
          <p:nvPr/>
        </p:nvSpPr>
        <p:spPr>
          <a:xfrm>
            <a:off x="439776" y="5697638"/>
            <a:ext cx="18427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prstClr val="white"/>
                </a:solidFill>
                <a:highlight>
                  <a:srgbClr val="800000"/>
                </a:highlight>
                <a:latin typeface="Montserrat Regular" pitchFamily="2" charset="0"/>
                <a:cs typeface="Aharoni" panose="02010803020104030203" pitchFamily="2" charset="-79"/>
              </a:rPr>
              <a:t>Perfect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9C3E6A-BE76-430C-1519-8872E007AF8F}"/>
              </a:ext>
            </a:extLst>
          </p:cNvPr>
          <p:cNvSpPr txBox="1"/>
          <p:nvPr/>
        </p:nvSpPr>
        <p:spPr>
          <a:xfrm>
            <a:off x="1911842" y="519508"/>
            <a:ext cx="83683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Regular" pitchFamily="2" charset="0"/>
                <a:ea typeface="+mn-ea"/>
                <a:cs typeface="Aharoni" panose="02010803020104030203" pitchFamily="2" charset="-79"/>
              </a:rPr>
              <a:t>Past Tense – </a:t>
            </a:r>
            <a:r>
              <a:rPr kumimoji="0" lang="ta-IN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Regular" pitchFamily="2" charset="0"/>
                <a:ea typeface="+mn-ea"/>
                <a:cs typeface="Aharoni" panose="02010803020104030203" pitchFamily="2" charset="-79"/>
              </a:rPr>
              <a:t>இறந்தகாலம் </a:t>
            </a:r>
          </a:p>
        </p:txBody>
      </p:sp>
    </p:spTree>
    <p:extLst>
      <p:ext uri="{BB962C8B-B14F-4D97-AF65-F5344CB8AC3E}">
        <p14:creationId xmlns:p14="http://schemas.microsoft.com/office/powerpoint/2010/main" val="4177841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348</TotalTime>
  <Words>532</Words>
  <Application>Microsoft Office PowerPoint</Application>
  <PresentationFormat>Widescreen</PresentationFormat>
  <Paragraphs>174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Aharoni</vt:lpstr>
      <vt:lpstr>Aptos Narrow</vt:lpstr>
      <vt:lpstr>Arial</vt:lpstr>
      <vt:lpstr>Calibri</vt:lpstr>
      <vt:lpstr>Calibri Light</vt:lpstr>
      <vt:lpstr>Montserrat Bold</vt:lpstr>
      <vt:lpstr>Montserrat Regular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IPA BFSBC</dc:creator>
  <cp:lastModifiedBy>IPA BFSBC</cp:lastModifiedBy>
  <cp:revision>17</cp:revision>
  <dcterms:created xsi:type="dcterms:W3CDTF">2024-01-28T15:20:08Z</dcterms:created>
  <dcterms:modified xsi:type="dcterms:W3CDTF">2024-04-29T05:47:43Z</dcterms:modified>
</cp:coreProperties>
</file>