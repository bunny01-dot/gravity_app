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41264"/>
            <a:ext cx="79248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Comprehension Strategies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59182" y="2790825"/>
            <a:ext cx="42256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to Understand English Better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0658" y="3415605"/>
            <a:ext cx="22025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Skills • Listening &amp; Speaking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02147"/>
            <a:ext cx="7924800" cy="959941"/>
          </a:xfrm>
          <a:prstGeom prst="rect">
            <a:avLst/>
          </a:prstGeom>
          <a:solidFill>
            <a:srgbClr val="0F3E3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Listening Comprehension?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comprehension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ability to understand and process spoken English in real-time.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876300" y="1930747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important: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20218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essential for conversations, classes, movies, and everyday communication.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pre-listening strategies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active listening techniques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note-taking skills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handling difficult speech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Pre-Listening Strategies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topic: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at visuals, titles, or keywords first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questions: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questions before listening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background knowledge: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Think about what you already know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purpose: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 what you're listening for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Listening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completely: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distractions and concentrate fully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attention to tone: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Notice stress, intonation, and emotion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key words: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Catch main ideas, not every 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context clues: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 unfamiliar words from context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Ideas vs.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idea: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central topic or key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stated at the beginning or end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152352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Supporting facts and examples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518023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more information about the main idea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remember all details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Note-Taking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abbreviations: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shorthand (w/ = with, b/c = because)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keywords only: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complete sentences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by category: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related ideas together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symbols: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= leads to, ↑ = increases, ↓ = decreases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Don't Understand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panic: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Missing one word doesn't mean missing everything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context: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Guess meaning from surrounding words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repetition: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Important ideas are often repeated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clarification: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"Could you repeat that, please?"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Accents and Dialects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yourself: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Listen to different accents regularly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rhythm: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 attention to speech patterns and rhythm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phonetically: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 what you hear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with subtitles: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Videos with captions help understanding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0F3E3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0F3E3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0F3E3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Listening Tasks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52475" y="1440061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Listening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436144" y="1440061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specific details (dates, numbers, names)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52475" y="2014538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Listening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436144" y="2014538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general meaning (movies, podcasts)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52475" y="2589014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Listening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436144" y="2589014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out specific information from continuous speech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movies and TV shows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subtitles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Podcasts and audiobooks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(BBC Learning English, TED)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channels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English learners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apps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listening exercises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Pre-Listening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Remove distractions (phone, noise)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Read the title or questions first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Think about the topic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Prepare your pen and paper for notes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Set your listening purpose (understand main idea or details?)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Relax and stay confident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Translating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word mentally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Panicking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you miss a 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Trying to write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word-for-word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Not concentrating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you're nervous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and Complete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79160" y="2164556"/>
            <a:ext cx="218553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a short passage and:</a:t>
            </a:r>
            <a:endParaRPr lang="en-US" sz="1260" dirty="0"/>
          </a:p>
        </p:txBody>
      </p:sp>
      <p:sp>
        <p:nvSpPr>
          <p:cNvPr id="4" name="Text 2"/>
          <p:cNvSpPr/>
          <p:nvPr/>
        </p:nvSpPr>
        <p:spPr>
          <a:xfrm>
            <a:off x="3289995" y="2540943"/>
            <a:ext cx="2868662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main topic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3-5 key details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2-3 comprehension questions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002357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08846" y="1718518"/>
            <a:ext cx="3631109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Pre-listen by predicting and reviewing questions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main ideas, not every word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notes using abbreviations and keywords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context clues for unknown words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regularly with authentic materials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panic—stay confident and keep listening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703" y="1872704"/>
            <a:ext cx="40624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Listening Daily!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57405" y="2512665"/>
            <a:ext cx="32291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steps lead to big improvements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84252" y="3084165"/>
            <a:ext cx="9754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listen?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2025-12-18T05:14:14Z</dcterms:created>
  <dcterms:modified xsi:type="dcterms:W3CDTF">2025-12-18T05:14:14Z</dcterms:modified>
</cp:coreProperties>
</file>