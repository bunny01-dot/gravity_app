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2" r:id="rId9"/>
    <p:sldId id="267" r:id="rId10"/>
    <p:sldId id="268" r:id="rId11"/>
    <p:sldId id="266" r:id="rId12"/>
    <p:sldId id="263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microsoft.com/office/officeart/2005/8/layout/defaul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/>
      <dgm:spPr/>
      <dgm:t>
        <a:bodyPr/>
        <a:lstStyle/>
        <a:p>
          <a:r>
            <a:rPr lang="en-US" dirty="0"/>
            <a:t>Simple Present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33908C94-F8C8-4251-B03B-3E11B28EF148}">
      <dgm:prSet phldrT="[Text]"/>
      <dgm:spPr/>
      <dgm:t>
        <a:bodyPr/>
        <a:lstStyle/>
        <a:p>
          <a:r>
            <a:rPr lang="en-US" dirty="0"/>
            <a:t>Present Continuous</a:t>
          </a:r>
        </a:p>
      </dgm:t>
    </dgm:pt>
    <dgm:pt modelId="{46B8308F-A79B-45A2-A09B-A37A46777F4D}" type="parTrans" cxnId="{5E48A2DF-99D5-4F5A-A9D0-6BF79D0F0C5C}">
      <dgm:prSet/>
      <dgm:spPr/>
      <dgm:t>
        <a:bodyPr/>
        <a:lstStyle/>
        <a:p>
          <a:endParaRPr lang="en-US"/>
        </a:p>
      </dgm:t>
    </dgm:pt>
    <dgm:pt modelId="{62B4B245-25DB-4384-9334-38D452EB8957}" type="sibTrans" cxnId="{5E48A2DF-99D5-4F5A-A9D0-6BF79D0F0C5C}">
      <dgm:prSet/>
      <dgm:spPr/>
      <dgm:t>
        <a:bodyPr/>
        <a:lstStyle/>
        <a:p>
          <a:endParaRPr lang="en-US"/>
        </a:p>
      </dgm:t>
    </dgm:pt>
    <dgm:pt modelId="{EEC0278A-9F7C-4400-ABED-06B9409E16CF}">
      <dgm:prSet phldrT="[Text]"/>
      <dgm:spPr/>
      <dgm:t>
        <a:bodyPr/>
        <a:lstStyle/>
        <a:p>
          <a:r>
            <a:rPr lang="en-US" dirty="0"/>
            <a:t>Present Perfect</a:t>
          </a:r>
        </a:p>
      </dgm:t>
    </dgm:pt>
    <dgm:pt modelId="{E1C9891C-BF60-4DD6-ADEC-D824420E73C9}" type="parTrans" cxnId="{4BC82B53-2AE0-44D2-8FE8-DBA977A4BF21}">
      <dgm:prSet/>
      <dgm:spPr/>
      <dgm:t>
        <a:bodyPr/>
        <a:lstStyle/>
        <a:p>
          <a:endParaRPr lang="en-US"/>
        </a:p>
      </dgm:t>
    </dgm:pt>
    <dgm:pt modelId="{07130BF6-40C5-42EE-8E37-45211148F276}" type="sibTrans" cxnId="{4BC82B53-2AE0-44D2-8FE8-DBA977A4BF21}">
      <dgm:prSet/>
      <dgm:spPr/>
      <dgm:t>
        <a:bodyPr/>
        <a:lstStyle/>
        <a:p>
          <a:endParaRPr lang="en-US"/>
        </a:p>
      </dgm:t>
    </dgm:pt>
    <dgm:pt modelId="{D8EEB297-2B98-49E5-BDA2-8E27EFEA13ED}" type="pres">
      <dgm:prSet presAssocID="{3D82C3A9-595C-4A19-86DB-EDBD292C0B38}" presName="diagram" presStyleCnt="0">
        <dgm:presLayoutVars>
          <dgm:dir/>
          <dgm:resizeHandles val="exact"/>
        </dgm:presLayoutVars>
      </dgm:prSet>
      <dgm:spPr/>
    </dgm:pt>
    <dgm:pt modelId="{028A5683-AFB8-4B8F-B353-FD3437EACB00}" type="pres">
      <dgm:prSet presAssocID="{7B41A859-CB6F-4500-9799-18D43330988A}" presName="node" presStyleLbl="node1" presStyleIdx="0" presStyleCnt="3">
        <dgm:presLayoutVars>
          <dgm:bulletEnabled val="1"/>
        </dgm:presLayoutVars>
      </dgm:prSet>
      <dgm:spPr/>
    </dgm:pt>
    <dgm:pt modelId="{E42F7B42-B851-46DE-AC5F-1FE49A888BE0}" type="pres">
      <dgm:prSet presAssocID="{3DA99E75-0C71-4F1B-AB93-C21EE8369235}" presName="sibTrans" presStyleCnt="0"/>
      <dgm:spPr/>
    </dgm:pt>
    <dgm:pt modelId="{17895E8C-F57A-489A-A821-0986728EB89F}" type="pres">
      <dgm:prSet presAssocID="{33908C94-F8C8-4251-B03B-3E11B28EF148}" presName="node" presStyleLbl="node1" presStyleIdx="1" presStyleCnt="3">
        <dgm:presLayoutVars>
          <dgm:bulletEnabled val="1"/>
        </dgm:presLayoutVars>
      </dgm:prSet>
      <dgm:spPr/>
    </dgm:pt>
    <dgm:pt modelId="{C96FCAAF-ACAB-436D-84C9-3C3E3EC1E0BB}" type="pres">
      <dgm:prSet presAssocID="{62B4B245-25DB-4384-9334-38D452EB8957}" presName="sibTrans" presStyleCnt="0"/>
      <dgm:spPr/>
    </dgm:pt>
    <dgm:pt modelId="{118F3E61-CAE3-4081-8561-CCBB587B4400}" type="pres">
      <dgm:prSet presAssocID="{EEC0278A-9F7C-4400-ABED-06B9409E16CF}" presName="node" presStyleLbl="node1" presStyleIdx="2" presStyleCnt="3">
        <dgm:presLayoutVars>
          <dgm:bulletEnabled val="1"/>
        </dgm:presLayoutVars>
      </dgm:prSet>
      <dgm:spPr/>
    </dgm:pt>
  </dgm:ptLst>
  <dgm:cxnLst>
    <dgm:cxn modelId="{E335540C-D2CE-47D7-B2F7-72CA94EC88A1}" type="presOf" srcId="{EEC0278A-9F7C-4400-ABED-06B9409E16CF}" destId="{118F3E61-CAE3-4081-8561-CCBB587B4400}" srcOrd="0" destOrd="0" presId="urn:microsoft.com/office/officeart/2005/8/layout/default"/>
    <dgm:cxn modelId="{C5C5E735-0208-44D4-BDC6-8D67A7FB0448}" type="presOf" srcId="{3D82C3A9-595C-4A19-86DB-EDBD292C0B38}" destId="{D8EEB297-2B98-49E5-BDA2-8E27EFEA13ED}" srcOrd="0" destOrd="0" presId="urn:microsoft.com/office/officeart/2005/8/layout/default"/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9E4C585E-BD51-4F43-BA2B-7A50BAB4C01F}" type="presOf" srcId="{33908C94-F8C8-4251-B03B-3E11B28EF148}" destId="{17895E8C-F57A-489A-A821-0986728EB89F}" srcOrd="0" destOrd="0" presId="urn:microsoft.com/office/officeart/2005/8/layout/default"/>
    <dgm:cxn modelId="{4BC82B53-2AE0-44D2-8FE8-DBA977A4BF21}" srcId="{3D82C3A9-595C-4A19-86DB-EDBD292C0B38}" destId="{EEC0278A-9F7C-4400-ABED-06B9409E16CF}" srcOrd="2" destOrd="0" parTransId="{E1C9891C-BF60-4DD6-ADEC-D824420E73C9}" sibTransId="{07130BF6-40C5-42EE-8E37-45211148F276}"/>
    <dgm:cxn modelId="{5E48A2DF-99D5-4F5A-A9D0-6BF79D0F0C5C}" srcId="{3D82C3A9-595C-4A19-86DB-EDBD292C0B38}" destId="{33908C94-F8C8-4251-B03B-3E11B28EF148}" srcOrd="1" destOrd="0" parTransId="{46B8308F-A79B-45A2-A09B-A37A46777F4D}" sibTransId="{62B4B245-25DB-4384-9334-38D452EB8957}"/>
    <dgm:cxn modelId="{71A4A5E6-7F8E-4608-97E0-D22D9EF9263B}" type="presOf" srcId="{7B41A859-CB6F-4500-9799-18D43330988A}" destId="{028A5683-AFB8-4B8F-B353-FD3437EACB00}" srcOrd="0" destOrd="0" presId="urn:microsoft.com/office/officeart/2005/8/layout/default"/>
    <dgm:cxn modelId="{88CF1FE4-71E3-4D48-B842-D66A276F7B7C}" type="presParOf" srcId="{D8EEB297-2B98-49E5-BDA2-8E27EFEA13ED}" destId="{028A5683-AFB8-4B8F-B353-FD3437EACB00}" srcOrd="0" destOrd="0" presId="urn:microsoft.com/office/officeart/2005/8/layout/default"/>
    <dgm:cxn modelId="{4596733D-80E5-4F42-9C38-DEEFF63EB703}" type="presParOf" srcId="{D8EEB297-2B98-49E5-BDA2-8E27EFEA13ED}" destId="{E42F7B42-B851-46DE-AC5F-1FE49A888BE0}" srcOrd="1" destOrd="0" presId="urn:microsoft.com/office/officeart/2005/8/layout/default"/>
    <dgm:cxn modelId="{D6A2DDE2-92CB-445A-812D-28D3A735D5D3}" type="presParOf" srcId="{D8EEB297-2B98-49E5-BDA2-8E27EFEA13ED}" destId="{17895E8C-F57A-489A-A821-0986728EB89F}" srcOrd="2" destOrd="0" presId="urn:microsoft.com/office/officeart/2005/8/layout/default"/>
    <dgm:cxn modelId="{8EC4E318-AFDD-452A-A10A-55D6EBA925C5}" type="presParOf" srcId="{D8EEB297-2B98-49E5-BDA2-8E27EFEA13ED}" destId="{C96FCAAF-ACAB-436D-84C9-3C3E3EC1E0BB}" srcOrd="3" destOrd="0" presId="urn:microsoft.com/office/officeart/2005/8/layout/default"/>
    <dgm:cxn modelId="{25E13604-BB79-4B05-9828-B7585F4AA970}" type="presParOf" srcId="{D8EEB297-2B98-49E5-BDA2-8E27EFEA13ED}" destId="{118F3E61-CAE3-4081-8561-CCBB587B440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microsoft.com/office/officeart/2011/layout/Tab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/>
      <dgm:spPr/>
      <dgm:t>
        <a:bodyPr/>
        <a:lstStyle/>
        <a:p>
          <a:r>
            <a:rPr lang="en-US" dirty="0"/>
            <a:t>Simple Present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33908C94-F8C8-4251-B03B-3E11B28EF148}">
      <dgm:prSet phldrT="[Text]"/>
      <dgm:spPr/>
      <dgm:t>
        <a:bodyPr/>
        <a:lstStyle/>
        <a:p>
          <a:r>
            <a:rPr lang="en-US" dirty="0"/>
            <a:t>Present Continuous</a:t>
          </a:r>
        </a:p>
      </dgm:t>
    </dgm:pt>
    <dgm:pt modelId="{46B8308F-A79B-45A2-A09B-A37A46777F4D}" type="parTrans" cxnId="{5E48A2DF-99D5-4F5A-A9D0-6BF79D0F0C5C}">
      <dgm:prSet/>
      <dgm:spPr/>
      <dgm:t>
        <a:bodyPr/>
        <a:lstStyle/>
        <a:p>
          <a:endParaRPr lang="en-US"/>
        </a:p>
      </dgm:t>
    </dgm:pt>
    <dgm:pt modelId="{62B4B245-25DB-4384-9334-38D452EB8957}" type="sibTrans" cxnId="{5E48A2DF-99D5-4F5A-A9D0-6BF79D0F0C5C}">
      <dgm:prSet/>
      <dgm:spPr/>
      <dgm:t>
        <a:bodyPr/>
        <a:lstStyle/>
        <a:p>
          <a:endParaRPr lang="en-US"/>
        </a:p>
      </dgm:t>
    </dgm:pt>
    <dgm:pt modelId="{EEC0278A-9F7C-4400-ABED-06B9409E16CF}">
      <dgm:prSet phldrT="[Text]"/>
      <dgm:spPr/>
      <dgm:t>
        <a:bodyPr/>
        <a:lstStyle/>
        <a:p>
          <a:r>
            <a:rPr lang="en-US" dirty="0"/>
            <a:t>Present Perfect</a:t>
          </a:r>
        </a:p>
      </dgm:t>
    </dgm:pt>
    <dgm:pt modelId="{E1C9891C-BF60-4DD6-ADEC-D824420E73C9}" type="parTrans" cxnId="{4BC82B53-2AE0-44D2-8FE8-DBA977A4BF21}">
      <dgm:prSet/>
      <dgm:spPr/>
      <dgm:t>
        <a:bodyPr/>
        <a:lstStyle/>
        <a:p>
          <a:endParaRPr lang="en-US"/>
        </a:p>
      </dgm:t>
    </dgm:pt>
    <dgm:pt modelId="{07130BF6-40C5-42EE-8E37-45211148F276}" type="sibTrans" cxnId="{4BC82B53-2AE0-44D2-8FE8-DBA977A4BF21}">
      <dgm:prSet/>
      <dgm:spPr/>
      <dgm:t>
        <a:bodyPr/>
        <a:lstStyle/>
        <a:p>
          <a:endParaRPr lang="en-US"/>
        </a:p>
      </dgm:t>
    </dgm:pt>
    <dgm:pt modelId="{1DC83DD0-E280-4C66-82ED-91E4053F2B21}" type="pres">
      <dgm:prSet presAssocID="{3D82C3A9-595C-4A19-86DB-EDBD292C0B38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66B0C22-C25D-4F0D-8C61-AF809D1B3B7A}" type="pres">
      <dgm:prSet presAssocID="{7B41A859-CB6F-4500-9799-18D43330988A}" presName="composite" presStyleCnt="0"/>
      <dgm:spPr/>
    </dgm:pt>
    <dgm:pt modelId="{234F2547-F0F3-4D06-AF0C-50251BA64502}" type="pres">
      <dgm:prSet presAssocID="{7B41A859-CB6F-4500-9799-18D43330988A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856B9C6-CB6C-4D50-8524-4EF090D9F86F}" type="pres">
      <dgm:prSet presAssocID="{7B41A859-CB6F-4500-9799-18D43330988A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0154ACEB-0FCC-4353-823B-E53E9219A109}" type="pres">
      <dgm:prSet presAssocID="{7B41A859-CB6F-4500-9799-18D43330988A}" presName="Accent" presStyleLbl="parChTrans1D1" presStyleIdx="0" presStyleCnt="3"/>
      <dgm:spPr/>
    </dgm:pt>
    <dgm:pt modelId="{6C39E7FB-73C7-465C-ABD2-2E98F879F4DC}" type="pres">
      <dgm:prSet presAssocID="{3DA99E75-0C71-4F1B-AB93-C21EE8369235}" presName="sibTrans" presStyleCnt="0"/>
      <dgm:spPr/>
    </dgm:pt>
    <dgm:pt modelId="{99EB7BF1-26B9-42CD-92B1-01D24C0961D4}" type="pres">
      <dgm:prSet presAssocID="{33908C94-F8C8-4251-B03B-3E11B28EF148}" presName="composite" presStyleCnt="0"/>
      <dgm:spPr/>
    </dgm:pt>
    <dgm:pt modelId="{141AECD2-A082-4D3F-9673-CF7811DE7B8C}" type="pres">
      <dgm:prSet presAssocID="{33908C94-F8C8-4251-B03B-3E11B28EF148}" presName="First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7002D85-7191-41B1-9114-A6862DDB6A09}" type="pres">
      <dgm:prSet presAssocID="{33908C94-F8C8-4251-B03B-3E11B28EF148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F82458F-3F9F-4A83-871C-5C634E4B2874}" type="pres">
      <dgm:prSet presAssocID="{33908C94-F8C8-4251-B03B-3E11B28EF148}" presName="Accent" presStyleLbl="parChTrans1D1" presStyleIdx="1" presStyleCnt="3"/>
      <dgm:spPr/>
    </dgm:pt>
    <dgm:pt modelId="{665E386E-A593-4060-A5C3-45CED3CAC197}" type="pres">
      <dgm:prSet presAssocID="{62B4B245-25DB-4384-9334-38D452EB8957}" presName="sibTrans" presStyleCnt="0"/>
      <dgm:spPr/>
    </dgm:pt>
    <dgm:pt modelId="{ECBD0F0B-F04A-4D4C-BE86-99E33073D364}" type="pres">
      <dgm:prSet presAssocID="{EEC0278A-9F7C-4400-ABED-06B9409E16CF}" presName="composite" presStyleCnt="0"/>
      <dgm:spPr/>
    </dgm:pt>
    <dgm:pt modelId="{E130CC9E-3D81-4C8F-A7AD-7331DFC7888B}" type="pres">
      <dgm:prSet presAssocID="{EEC0278A-9F7C-4400-ABED-06B9409E16CF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8DF8D854-4F17-4B1C-B36B-D78A5314FE1F}" type="pres">
      <dgm:prSet presAssocID="{EEC0278A-9F7C-4400-ABED-06B9409E16CF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343EA60E-4BDF-4F67-B289-380F2911CA0D}" type="pres">
      <dgm:prSet presAssocID="{EEC0278A-9F7C-4400-ABED-06B9409E16CF}" presName="Accent" presStyleLbl="parChTrans1D1" presStyleIdx="2" presStyleCnt="3"/>
      <dgm:spPr/>
    </dgm:pt>
  </dgm:ptLst>
  <dgm:cxnLst>
    <dgm:cxn modelId="{E899722C-EBED-4CAD-99C8-58707B7B4DC8}" type="presOf" srcId="{EEC0278A-9F7C-4400-ABED-06B9409E16CF}" destId="{8DF8D854-4F17-4B1C-B36B-D78A5314FE1F}" srcOrd="0" destOrd="0" presId="urn:microsoft.com/office/officeart/2011/layout/TabList"/>
    <dgm:cxn modelId="{E4D04431-1D96-4D87-9D0E-845B1C7605DE}" type="presOf" srcId="{7B41A859-CB6F-4500-9799-18D43330988A}" destId="{F856B9C6-CB6C-4D50-8524-4EF090D9F86F}" srcOrd="0" destOrd="0" presId="urn:microsoft.com/office/officeart/2011/layout/TabList"/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4BC82B53-2AE0-44D2-8FE8-DBA977A4BF21}" srcId="{3D82C3A9-595C-4A19-86DB-EDBD292C0B38}" destId="{EEC0278A-9F7C-4400-ABED-06B9409E16CF}" srcOrd="2" destOrd="0" parTransId="{E1C9891C-BF60-4DD6-ADEC-D824420E73C9}" sibTransId="{07130BF6-40C5-42EE-8E37-45211148F276}"/>
    <dgm:cxn modelId="{753A7DD6-1F7D-4263-AD0C-F486AE873013}" type="presOf" srcId="{33908C94-F8C8-4251-B03B-3E11B28EF148}" destId="{17002D85-7191-41B1-9114-A6862DDB6A09}" srcOrd="0" destOrd="0" presId="urn:microsoft.com/office/officeart/2011/layout/TabList"/>
    <dgm:cxn modelId="{5E48A2DF-99D5-4F5A-A9D0-6BF79D0F0C5C}" srcId="{3D82C3A9-595C-4A19-86DB-EDBD292C0B38}" destId="{33908C94-F8C8-4251-B03B-3E11B28EF148}" srcOrd="1" destOrd="0" parTransId="{46B8308F-A79B-45A2-A09B-A37A46777F4D}" sibTransId="{62B4B245-25DB-4384-9334-38D452EB8957}"/>
    <dgm:cxn modelId="{BC0A10E9-70F1-4610-8389-907A034A8C4E}" type="presOf" srcId="{3D82C3A9-595C-4A19-86DB-EDBD292C0B38}" destId="{1DC83DD0-E280-4C66-82ED-91E4053F2B21}" srcOrd="0" destOrd="0" presId="urn:microsoft.com/office/officeart/2011/layout/TabList"/>
    <dgm:cxn modelId="{2B026D7A-10DC-4287-876D-04048F9B70EF}" type="presParOf" srcId="{1DC83DD0-E280-4C66-82ED-91E4053F2B21}" destId="{566B0C22-C25D-4F0D-8C61-AF809D1B3B7A}" srcOrd="0" destOrd="0" presId="urn:microsoft.com/office/officeart/2011/layout/TabList"/>
    <dgm:cxn modelId="{649FC77B-6F4B-4354-B598-561645C865C3}" type="presParOf" srcId="{566B0C22-C25D-4F0D-8C61-AF809D1B3B7A}" destId="{234F2547-F0F3-4D06-AF0C-50251BA64502}" srcOrd="0" destOrd="0" presId="urn:microsoft.com/office/officeart/2011/layout/TabList"/>
    <dgm:cxn modelId="{599126D8-5492-4034-8957-8F7FB49CC225}" type="presParOf" srcId="{566B0C22-C25D-4F0D-8C61-AF809D1B3B7A}" destId="{F856B9C6-CB6C-4D50-8524-4EF090D9F86F}" srcOrd="1" destOrd="0" presId="urn:microsoft.com/office/officeart/2011/layout/TabList"/>
    <dgm:cxn modelId="{BEAB1A78-17FE-4DA0-A0A4-FD4788BA0BCE}" type="presParOf" srcId="{566B0C22-C25D-4F0D-8C61-AF809D1B3B7A}" destId="{0154ACEB-0FCC-4353-823B-E53E9219A109}" srcOrd="2" destOrd="0" presId="urn:microsoft.com/office/officeart/2011/layout/TabList"/>
    <dgm:cxn modelId="{641B0EE9-2B33-488A-9023-F2EDB10B18A0}" type="presParOf" srcId="{1DC83DD0-E280-4C66-82ED-91E4053F2B21}" destId="{6C39E7FB-73C7-465C-ABD2-2E98F879F4DC}" srcOrd="1" destOrd="0" presId="urn:microsoft.com/office/officeart/2011/layout/TabList"/>
    <dgm:cxn modelId="{F9B47C3A-BA81-4800-A25F-C863A96BAFFD}" type="presParOf" srcId="{1DC83DD0-E280-4C66-82ED-91E4053F2B21}" destId="{99EB7BF1-26B9-42CD-92B1-01D24C0961D4}" srcOrd="2" destOrd="0" presId="urn:microsoft.com/office/officeart/2011/layout/TabList"/>
    <dgm:cxn modelId="{ACA0D193-1A78-4F2B-A89C-DB9E270E9F05}" type="presParOf" srcId="{99EB7BF1-26B9-42CD-92B1-01D24C0961D4}" destId="{141AECD2-A082-4D3F-9673-CF7811DE7B8C}" srcOrd="0" destOrd="0" presId="urn:microsoft.com/office/officeart/2011/layout/TabList"/>
    <dgm:cxn modelId="{BD5BD705-6B2C-4361-8E8F-B9B273DD0F49}" type="presParOf" srcId="{99EB7BF1-26B9-42CD-92B1-01D24C0961D4}" destId="{17002D85-7191-41B1-9114-A6862DDB6A09}" srcOrd="1" destOrd="0" presId="urn:microsoft.com/office/officeart/2011/layout/TabList"/>
    <dgm:cxn modelId="{E719218E-88F2-49A0-8B1D-37A984617D78}" type="presParOf" srcId="{99EB7BF1-26B9-42CD-92B1-01D24C0961D4}" destId="{FF82458F-3F9F-4A83-871C-5C634E4B2874}" srcOrd="2" destOrd="0" presId="urn:microsoft.com/office/officeart/2011/layout/TabList"/>
    <dgm:cxn modelId="{45AE9F55-4A2B-48E9-ABDB-DA3A1F47355A}" type="presParOf" srcId="{1DC83DD0-E280-4C66-82ED-91E4053F2B21}" destId="{665E386E-A593-4060-A5C3-45CED3CAC197}" srcOrd="3" destOrd="0" presId="urn:microsoft.com/office/officeart/2011/layout/TabList"/>
    <dgm:cxn modelId="{D53F41F7-210C-43E4-879D-D04C367FD730}" type="presParOf" srcId="{1DC83DD0-E280-4C66-82ED-91E4053F2B21}" destId="{ECBD0F0B-F04A-4D4C-BE86-99E33073D364}" srcOrd="4" destOrd="0" presId="urn:microsoft.com/office/officeart/2011/layout/TabList"/>
    <dgm:cxn modelId="{691F57C3-EE7D-4377-91FD-E741D435F91B}" type="presParOf" srcId="{ECBD0F0B-F04A-4D4C-BE86-99E33073D364}" destId="{E130CC9E-3D81-4C8F-A7AD-7331DFC7888B}" srcOrd="0" destOrd="0" presId="urn:microsoft.com/office/officeart/2011/layout/TabList"/>
    <dgm:cxn modelId="{C8625AF9-31F2-439C-90D3-D60F66D06D5A}" type="presParOf" srcId="{ECBD0F0B-F04A-4D4C-BE86-99E33073D364}" destId="{8DF8D854-4F17-4B1C-B36B-D78A5314FE1F}" srcOrd="1" destOrd="0" presId="urn:microsoft.com/office/officeart/2011/layout/TabList"/>
    <dgm:cxn modelId="{F90DAFAC-5014-4606-894C-4B17F51946A7}" type="presParOf" srcId="{ECBD0F0B-F04A-4D4C-BE86-99E33073D364}" destId="{343EA60E-4BDF-4F67-B289-380F2911CA0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en-US" sz="4800" dirty="0"/>
            <a:t>SIMPLE PRESENT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LinFactNeighborX="-2654" custLinFactNeighborY="0">
        <dgm:presLayoutVars>
          <dgm:bulletEnabled val="1"/>
        </dgm:presLayoutVars>
      </dgm:prSet>
      <dgm:spPr/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92D050">
                <a:shade val="30000"/>
                <a:satMod val="115000"/>
              </a:srgbClr>
            </a:gs>
            <a:gs pos="50000">
              <a:srgbClr val="92D050">
                <a:shade val="67500"/>
                <a:satMod val="115000"/>
              </a:srgbClr>
            </a:gs>
            <a:gs pos="100000">
              <a:srgbClr val="92D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PRESENT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CONTINUOUS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LinFactNeighborX="-2654" custLinFactNeighborY="0">
        <dgm:presLayoutVars>
          <dgm:bulletEnabled val="1"/>
        </dgm:presLayoutVars>
      </dgm:prSet>
      <dgm:spPr>
        <a:xfrm>
          <a:off x="21927" y="0"/>
          <a:ext cx="2790000" cy="3852333"/>
        </a:xfrm>
        <a:prstGeom prst="rect">
          <a:avLst/>
        </a:prstGeom>
      </dgm:spPr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00B0F0">
                <a:shade val="30000"/>
                <a:satMod val="115000"/>
              </a:srgbClr>
            </a:gs>
            <a:gs pos="50000">
              <a:srgbClr val="00B0F0">
                <a:shade val="67500"/>
                <a:satMod val="115000"/>
              </a:srgbClr>
            </a:gs>
            <a:gs pos="100000">
              <a:srgbClr val="00B0F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PRESENT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PERFECT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ScaleX="154518" custLinFactNeighborX="-2654" custLinFactNeighborY="0">
        <dgm:presLayoutVars>
          <dgm:bulletEnabled val="1"/>
        </dgm:presLayoutVars>
      </dgm:prSet>
      <dgm:spPr>
        <a:xfrm>
          <a:off x="21927" y="0"/>
          <a:ext cx="2790000" cy="3852333"/>
        </a:xfrm>
        <a:prstGeom prst="rect">
          <a:avLst/>
        </a:prstGeom>
      </dgm:spPr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A5683-AFB8-4B8F-B353-FD3437EACB00}">
      <dsp:nvSpPr>
        <dsp:cNvPr id="0" name=""/>
        <dsp:cNvSpPr/>
      </dsp:nvSpPr>
      <dsp:spPr>
        <a:xfrm>
          <a:off x="99510" y="988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Simple Present</a:t>
          </a:r>
        </a:p>
      </dsp:txBody>
      <dsp:txXfrm>
        <a:off x="99510" y="988"/>
        <a:ext cx="2961811" cy="1777087"/>
      </dsp:txXfrm>
    </dsp:sp>
    <dsp:sp modelId="{17895E8C-F57A-489A-A821-0986728EB89F}">
      <dsp:nvSpPr>
        <dsp:cNvPr id="0" name=""/>
        <dsp:cNvSpPr/>
      </dsp:nvSpPr>
      <dsp:spPr>
        <a:xfrm>
          <a:off x="3357503" y="988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Present Continuous</a:t>
          </a:r>
        </a:p>
      </dsp:txBody>
      <dsp:txXfrm>
        <a:off x="3357503" y="988"/>
        <a:ext cx="2961811" cy="1777087"/>
      </dsp:txXfrm>
    </dsp:sp>
    <dsp:sp modelId="{118F3E61-CAE3-4081-8561-CCBB587B4400}">
      <dsp:nvSpPr>
        <dsp:cNvPr id="0" name=""/>
        <dsp:cNvSpPr/>
      </dsp:nvSpPr>
      <dsp:spPr>
        <a:xfrm>
          <a:off x="1728507" y="2074257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Present Perfect</a:t>
          </a:r>
        </a:p>
      </dsp:txBody>
      <dsp:txXfrm>
        <a:off x="1728507" y="2074257"/>
        <a:ext cx="2961811" cy="1777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EA60E-4BDF-4F67-B289-380F2911CA0D}">
      <dsp:nvSpPr>
        <dsp:cNvPr id="0" name=""/>
        <dsp:cNvSpPr/>
      </dsp:nvSpPr>
      <dsp:spPr>
        <a:xfrm>
          <a:off x="0" y="3852203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82458F-3F9F-4A83-871C-5C634E4B2874}">
      <dsp:nvSpPr>
        <dsp:cNvPr id="0" name=""/>
        <dsp:cNvSpPr/>
      </dsp:nvSpPr>
      <dsp:spPr>
        <a:xfrm>
          <a:off x="0" y="2547468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54ACEB-0FCC-4353-823B-E53E9219A109}">
      <dsp:nvSpPr>
        <dsp:cNvPr id="0" name=""/>
        <dsp:cNvSpPr/>
      </dsp:nvSpPr>
      <dsp:spPr>
        <a:xfrm>
          <a:off x="0" y="1242734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F2547-F0F3-4D06-AF0C-50251BA64502}">
      <dsp:nvSpPr>
        <dsp:cNvPr id="0" name=""/>
        <dsp:cNvSpPr/>
      </dsp:nvSpPr>
      <dsp:spPr>
        <a:xfrm>
          <a:off x="1668894" y="129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6B9C6-CB6C-4D50-8524-4EF090D9F86F}">
      <dsp:nvSpPr>
        <dsp:cNvPr id="0" name=""/>
        <dsp:cNvSpPr/>
      </dsp:nvSpPr>
      <dsp:spPr>
        <a:xfrm>
          <a:off x="0" y="129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Simple Present</a:t>
          </a:r>
        </a:p>
      </dsp:txBody>
      <dsp:txXfrm>
        <a:off x="60670" y="60799"/>
        <a:ext cx="1547554" cy="1181934"/>
      </dsp:txXfrm>
    </dsp:sp>
    <dsp:sp modelId="{141AECD2-A082-4D3F-9673-CF7811DE7B8C}">
      <dsp:nvSpPr>
        <dsp:cNvPr id="0" name=""/>
        <dsp:cNvSpPr/>
      </dsp:nvSpPr>
      <dsp:spPr>
        <a:xfrm>
          <a:off x="1668894" y="1304864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002D85-7191-41B1-9114-A6862DDB6A09}">
      <dsp:nvSpPr>
        <dsp:cNvPr id="0" name=""/>
        <dsp:cNvSpPr/>
      </dsp:nvSpPr>
      <dsp:spPr>
        <a:xfrm>
          <a:off x="0" y="1304864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Present Continuous</a:t>
          </a:r>
        </a:p>
      </dsp:txBody>
      <dsp:txXfrm>
        <a:off x="60670" y="1365534"/>
        <a:ext cx="1547554" cy="1181934"/>
      </dsp:txXfrm>
    </dsp:sp>
    <dsp:sp modelId="{E130CC9E-3D81-4C8F-A7AD-7331DFC7888B}">
      <dsp:nvSpPr>
        <dsp:cNvPr id="0" name=""/>
        <dsp:cNvSpPr/>
      </dsp:nvSpPr>
      <dsp:spPr>
        <a:xfrm>
          <a:off x="1668894" y="2609598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8D854-4F17-4B1C-B36B-D78A5314FE1F}">
      <dsp:nvSpPr>
        <dsp:cNvPr id="0" name=""/>
        <dsp:cNvSpPr/>
      </dsp:nvSpPr>
      <dsp:spPr>
        <a:xfrm>
          <a:off x="0" y="2609598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Present Perfect</a:t>
          </a:r>
        </a:p>
      </dsp:txBody>
      <dsp:txXfrm>
        <a:off x="60670" y="2670268"/>
        <a:ext cx="1547554" cy="11819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187788" y="0"/>
          <a:ext cx="2475000" cy="3852333"/>
        </a:xfrm>
        <a:prstGeom prst="rect">
          <a:avLst/>
        </a:prstGeom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SIMPLE PRESENT</a:t>
          </a:r>
        </a:p>
      </dsp:txBody>
      <dsp:txXfrm>
        <a:off x="187788" y="0"/>
        <a:ext cx="2475000" cy="3852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21927" y="0"/>
          <a:ext cx="2790000" cy="3852333"/>
        </a:xfrm>
        <a:prstGeom prst="rect">
          <a:avLst/>
        </a:prstGeom>
        <a:gradFill flip="none" rotWithShape="0">
          <a:gsLst>
            <a:gs pos="0">
              <a:srgbClr val="92D050">
                <a:shade val="30000"/>
                <a:satMod val="115000"/>
              </a:srgbClr>
            </a:gs>
            <a:gs pos="50000">
              <a:srgbClr val="92D050">
                <a:shade val="67500"/>
                <a:satMod val="115000"/>
              </a:srgbClr>
            </a:gs>
            <a:gs pos="100000">
              <a:srgbClr val="92D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PRESENT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CONTINUOUS</a:t>
          </a:r>
        </a:p>
      </dsp:txBody>
      <dsp:txXfrm>
        <a:off x="21927" y="0"/>
        <a:ext cx="2790000" cy="38523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16579" y="0"/>
          <a:ext cx="2850857" cy="3852333"/>
        </a:xfrm>
        <a:prstGeom prst="rect">
          <a:avLst/>
        </a:prstGeom>
        <a:gradFill flip="none" rotWithShape="0">
          <a:gsLst>
            <a:gs pos="0">
              <a:srgbClr val="00B0F0">
                <a:shade val="30000"/>
                <a:satMod val="115000"/>
              </a:srgbClr>
            </a:gs>
            <a:gs pos="50000">
              <a:srgbClr val="00B0F0">
                <a:shade val="67500"/>
                <a:satMod val="115000"/>
              </a:srgbClr>
            </a:gs>
            <a:gs pos="100000">
              <a:srgbClr val="00B0F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PRESENT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PERFECT</a:t>
          </a:r>
        </a:p>
      </dsp:txBody>
      <dsp:txXfrm>
        <a:off x="16579" y="0"/>
        <a:ext cx="2850857" cy="3852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B6E6D-647C-617F-6C5E-1DEE5B586A95}"/>
              </a:ext>
            </a:extLst>
          </p:cNvPr>
          <p:cNvSpPr txBox="1"/>
          <p:nvPr/>
        </p:nvSpPr>
        <p:spPr>
          <a:xfrm>
            <a:off x="1351309" y="1619875"/>
            <a:ext cx="9489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TENSE - </a:t>
            </a:r>
            <a:r>
              <a:rPr lang="en-US" sz="8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காலம்</a:t>
            </a:r>
            <a:endParaRPr lang="en-US" sz="8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 pitchFamily="2" charset="0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4C7EC-5904-B899-7819-FD3D74DC542B}"/>
              </a:ext>
            </a:extLst>
          </p:cNvPr>
          <p:cNvSpPr txBox="1"/>
          <p:nvPr/>
        </p:nvSpPr>
        <p:spPr>
          <a:xfrm>
            <a:off x="1" y="3320088"/>
            <a:ext cx="12192000" cy="1107996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Past | Present | Future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F9197-E596-D18B-1C30-D2284606F747}"/>
              </a:ext>
            </a:extLst>
          </p:cNvPr>
          <p:cNvSpPr txBox="1"/>
          <p:nvPr/>
        </p:nvSpPr>
        <p:spPr>
          <a:xfrm>
            <a:off x="1282022" y="4698943"/>
            <a:ext cx="9156674" cy="58477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கடந்தகாலம்</a:t>
            </a:r>
            <a:r>
              <a:rPr lang="en-US" sz="32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 | </a:t>
            </a:r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நிகழ்காலம்</a:t>
            </a:r>
            <a:r>
              <a:rPr lang="en-US" sz="32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 | </a:t>
            </a:r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வருங்காலம்</a:t>
            </a:r>
            <a:endParaRPr lang="en-US" sz="32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529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26574"/>
              </p:ext>
            </p:extLst>
          </p:nvPr>
        </p:nvGraphicFramePr>
        <p:xfrm>
          <a:off x="2886587" y="2094271"/>
          <a:ext cx="6418826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D1FB77-F3E6-0F56-5F38-78F0BBA26104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767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28A5683-AFB8-4B8F-B353-FD3437EACB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028A5683-AFB8-4B8F-B353-FD3437EACB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895E8C-F57A-489A-A821-0986728EB8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17895E8C-F57A-489A-A821-0986728EB8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8F3E61-CAE3-4081-8561-CCBB587B44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118F3E61-CAE3-4081-8561-CCBB587B44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6883889"/>
              </p:ext>
            </p:extLst>
          </p:nvPr>
        </p:nvGraphicFramePr>
        <p:xfrm>
          <a:off x="593764" y="2148862"/>
          <a:ext cx="6418826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71837CE1-61A2-6E80-60D7-EA32106CDCE8}"/>
              </a:ext>
            </a:extLst>
          </p:cNvPr>
          <p:cNvSpPr/>
          <p:nvPr/>
        </p:nvSpPr>
        <p:spPr>
          <a:xfrm>
            <a:off x="2777550" y="2649078"/>
            <a:ext cx="265471" cy="26547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5232F9-F488-805A-83D9-7349478BEF01}"/>
              </a:ext>
            </a:extLst>
          </p:cNvPr>
          <p:cNvSpPr/>
          <p:nvPr/>
        </p:nvSpPr>
        <p:spPr>
          <a:xfrm>
            <a:off x="3192348" y="2724663"/>
            <a:ext cx="2324100" cy="1143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6CB811-C8EF-BC11-18B9-515876CCCD8A}"/>
              </a:ext>
            </a:extLst>
          </p:cNvPr>
          <p:cNvSpPr/>
          <p:nvPr/>
        </p:nvSpPr>
        <p:spPr>
          <a:xfrm>
            <a:off x="5665775" y="2649078"/>
            <a:ext cx="265471" cy="26547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4B4410-6720-1A95-B342-80B9DFB364E5}"/>
              </a:ext>
            </a:extLst>
          </p:cNvPr>
          <p:cNvSpPr/>
          <p:nvPr/>
        </p:nvSpPr>
        <p:spPr>
          <a:xfrm>
            <a:off x="2777550" y="5501999"/>
            <a:ext cx="265471" cy="26547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AA1FE-E07E-9777-8389-C8D591F6D067}"/>
              </a:ext>
            </a:extLst>
          </p:cNvPr>
          <p:cNvSpPr/>
          <p:nvPr/>
        </p:nvSpPr>
        <p:spPr>
          <a:xfrm>
            <a:off x="3192348" y="5590952"/>
            <a:ext cx="1220429" cy="875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2760A2-B0EB-F83F-9BA3-83CE33A7D52F}"/>
              </a:ext>
            </a:extLst>
          </p:cNvPr>
          <p:cNvSpPr/>
          <p:nvPr/>
        </p:nvSpPr>
        <p:spPr>
          <a:xfrm>
            <a:off x="4562104" y="5501999"/>
            <a:ext cx="265471" cy="26547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4E5A23-6605-3DFF-09A2-5AA38757EC23}"/>
              </a:ext>
            </a:extLst>
          </p:cNvPr>
          <p:cNvSpPr/>
          <p:nvPr/>
        </p:nvSpPr>
        <p:spPr>
          <a:xfrm>
            <a:off x="4976902" y="5590952"/>
            <a:ext cx="1220429" cy="875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1B3448C5-414A-EAE3-DD92-228BF2221B76}"/>
              </a:ext>
            </a:extLst>
          </p:cNvPr>
          <p:cNvSpPr/>
          <p:nvPr/>
        </p:nvSpPr>
        <p:spPr>
          <a:xfrm rot="5400000">
            <a:off x="6322734" y="5485211"/>
            <a:ext cx="346894" cy="299047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7156667" y="2189806"/>
            <a:ext cx="4446818" cy="97647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go | You come | He plays | They read | </a:t>
            </a:r>
          </a:p>
          <a:p>
            <a:pPr algn="ctr"/>
            <a:r>
              <a:rPr lang="en-US" dirty="0"/>
              <a:t>We watch | It works | You write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ECC6AD-7203-18E5-6774-7D2A4146330C}"/>
              </a:ext>
            </a:extLst>
          </p:cNvPr>
          <p:cNvSpPr/>
          <p:nvPr/>
        </p:nvSpPr>
        <p:spPr>
          <a:xfrm>
            <a:off x="7156667" y="3507666"/>
            <a:ext cx="4446818" cy="99128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am going | You are coming | He is playing | They are reading | We are watching | </a:t>
            </a:r>
          </a:p>
          <a:p>
            <a:pPr algn="ctr"/>
            <a:r>
              <a:rPr lang="en-US" dirty="0"/>
              <a:t>It is working | You are writing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64E104-168A-6D40-D556-CCA42C7E8385}"/>
              </a:ext>
            </a:extLst>
          </p:cNvPr>
          <p:cNvSpPr/>
          <p:nvPr/>
        </p:nvSpPr>
        <p:spPr>
          <a:xfrm>
            <a:off x="7156667" y="4840332"/>
            <a:ext cx="4446818" cy="109550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have gone | You have come | He has played | They have read | We have watched | It has worked | You have written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31297-627C-8874-2A13-F93C4CB67B10}"/>
              </a:ext>
            </a:extLst>
          </p:cNvPr>
          <p:cNvSpPr txBox="1"/>
          <p:nvPr/>
        </p:nvSpPr>
        <p:spPr>
          <a:xfrm>
            <a:off x="3147344" y="2252097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Begins  and ends shortly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7385BB-681E-C56F-AC39-0B4D7E3836C9}"/>
              </a:ext>
            </a:extLst>
          </p:cNvPr>
          <p:cNvSpPr/>
          <p:nvPr/>
        </p:nvSpPr>
        <p:spPr>
          <a:xfrm>
            <a:off x="2777550" y="3961842"/>
            <a:ext cx="265471" cy="2654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3C1177-5619-4EDD-8122-38467D3479C2}"/>
              </a:ext>
            </a:extLst>
          </p:cNvPr>
          <p:cNvSpPr/>
          <p:nvPr/>
        </p:nvSpPr>
        <p:spPr>
          <a:xfrm>
            <a:off x="3192348" y="4037427"/>
            <a:ext cx="2324100" cy="1143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5D87D0E-2582-8B3B-8E20-8D3D243C8397}"/>
              </a:ext>
            </a:extLst>
          </p:cNvPr>
          <p:cNvSpPr/>
          <p:nvPr/>
        </p:nvSpPr>
        <p:spPr>
          <a:xfrm rot="5400000">
            <a:off x="5584351" y="3945054"/>
            <a:ext cx="346894" cy="299047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24A73-AE19-B1AD-E1E6-608EB3C9B05C}"/>
              </a:ext>
            </a:extLst>
          </p:cNvPr>
          <p:cNvSpPr txBox="1"/>
          <p:nvPr/>
        </p:nvSpPr>
        <p:spPr>
          <a:xfrm>
            <a:off x="3147344" y="3550465"/>
            <a:ext cx="315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Begins  and progress for a while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3B8D66-F798-7265-CF44-3EE1CAFB46AF}"/>
              </a:ext>
            </a:extLst>
          </p:cNvPr>
          <p:cNvSpPr txBox="1"/>
          <p:nvPr/>
        </p:nvSpPr>
        <p:spPr>
          <a:xfrm>
            <a:off x="2864748" y="4805065"/>
            <a:ext cx="3502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Happened in the past but still have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impact on the present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8ADF0-E790-E139-E689-E4F7EE9E9D21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058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0154ACEB-0FCC-4353-823B-E53E9219A1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>
                                                <p:graphicEl>
                                                  <a:dgm id="{0154ACEB-0FCC-4353-823B-E53E9219A1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>
                                                <p:graphicEl>
                                                  <a:dgm id="{0154ACEB-0FCC-4353-823B-E53E9219A1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234F2547-F0F3-4D06-AF0C-50251BA64502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>
                                                <p:graphicEl>
                                                  <a:dgm id="{234F2547-F0F3-4D06-AF0C-50251BA64502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6">
                                                <p:graphicEl>
                                                  <a:dgm id="{234F2547-F0F3-4D06-AF0C-50251BA64502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F856B9C6-CB6C-4D50-8524-4EF090D9F86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6">
                                                <p:graphicEl>
                                                  <a:dgm id="{F856B9C6-CB6C-4D50-8524-4EF090D9F86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6">
                                                <p:graphicEl>
                                                  <a:dgm id="{F856B9C6-CB6C-4D50-8524-4EF090D9F86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141AECD2-A082-4D3F-9673-CF7811DE7B8C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6">
                                                <p:graphicEl>
                                                  <a:dgm id="{141AECD2-A082-4D3F-9673-CF7811DE7B8C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6">
                                                <p:graphicEl>
                                                  <a:dgm id="{141AECD2-A082-4D3F-9673-CF7811DE7B8C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FF82458F-3F9F-4A83-871C-5C634E4B2874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6">
                                                <p:graphicEl>
                                                  <a:dgm id="{FF82458F-3F9F-4A83-871C-5C634E4B2874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6">
                                                <p:graphicEl>
                                                  <a:dgm id="{FF82458F-3F9F-4A83-871C-5C634E4B2874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17002D85-7191-41B1-9114-A6862DDB6A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6">
                                                <p:graphicEl>
                                                  <a:dgm id="{17002D85-7191-41B1-9114-A6862DDB6A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6">
                                                <p:graphicEl>
                                                  <a:dgm id="{17002D85-7191-41B1-9114-A6862DDB6A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343EA60E-4BDF-4F67-B289-380F2911CA0D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6">
                                                <p:graphicEl>
                                                  <a:dgm id="{343EA60E-4BDF-4F67-B289-380F2911CA0D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6">
                                                <p:graphicEl>
                                                  <a:dgm id="{343EA60E-4BDF-4F67-B289-380F2911CA0D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E130CC9E-3D81-4C8F-A7AD-7331DFC7888B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6">
                                                <p:graphicEl>
                                                  <a:dgm id="{E130CC9E-3D81-4C8F-A7AD-7331DFC7888B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6">
                                                <p:graphicEl>
                                                  <a:dgm id="{E130CC9E-3D81-4C8F-A7AD-7331DFC7888B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8DF8D854-4F17-4B1C-B36B-D78A5314FE1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6">
                                                <p:graphicEl>
                                                  <a:dgm id="{8DF8D854-4F17-4B1C-B36B-D78A5314FE1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6">
                                                <p:graphicEl>
                                                  <a:dgm id="{8DF8D854-4F17-4B1C-B36B-D78A5314FE1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50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0" fill="hold">
                          <p:stCondLst>
                            <p:cond delay="indefinite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1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9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5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96" presetID="6" presetClass="emph" presetSubtype="0" repeatCount="indefinite" autoRev="1" fill="remove" grpId="1" nodeType="afterEffect" p14:presetBounceEnd="2500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 p14:bounceEnd="2500">
                                          <p:cBhvr>
                                            <p:cTn id="97" dur="20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5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8" fill="hold">
                          <p:stCondLst>
                            <p:cond delay="indefinite"/>
                          </p:stCondLst>
                          <p:childTnLst>
                            <p:par>
                              <p:cTn id="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0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3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2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2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3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3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35" presetID="6" presetClass="emph" presetSubtype="0" repeatCount="indefinite" autoRev="1" fill="remove" grpId="1" nodeType="afterEffect" p14:presetBounceEnd="2500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 p14:bounceEnd="2500">
                                          <p:cBhvr>
                                            <p:cTn id="136" dur="200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5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2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3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Graphic spid="6" grpId="0">
            <p:bldSub>
              <a:bldDgm bld="one"/>
            </p:bldSub>
          </p:bldGraphic>
          <p:bldP spid="2" grpId="0" animBg="1"/>
          <p:bldP spid="3" grpId="0" animBg="1"/>
          <p:bldP spid="7" grpId="0" animBg="1"/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5" grpId="1" animBg="1"/>
          <p:bldP spid="19" grpId="0" animBg="1"/>
          <p:bldP spid="20" grpId="0" animBg="1"/>
          <p:bldP spid="21" grpId="0" animBg="1"/>
          <p:bldP spid="22" grpId="0"/>
          <p:bldP spid="8" grpId="0" animBg="1"/>
          <p:bldP spid="9" grpId="0" animBg="1"/>
          <p:bldP spid="12" grpId="0" animBg="1"/>
          <p:bldP spid="12" grpId="1" animBg="1"/>
          <p:bldP spid="23" grpId="0"/>
          <p:bldP spid="2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0154ACEB-0FCC-4353-823B-E53E9219A1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>
                                                <p:graphicEl>
                                                  <a:dgm id="{0154ACEB-0FCC-4353-823B-E53E9219A1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>
                                                <p:graphicEl>
                                                  <a:dgm id="{0154ACEB-0FCC-4353-823B-E53E9219A1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234F2547-F0F3-4D06-AF0C-50251BA64502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>
                                                <p:graphicEl>
                                                  <a:dgm id="{234F2547-F0F3-4D06-AF0C-50251BA64502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6">
                                                <p:graphicEl>
                                                  <a:dgm id="{234F2547-F0F3-4D06-AF0C-50251BA64502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F856B9C6-CB6C-4D50-8524-4EF090D9F86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6">
                                                <p:graphicEl>
                                                  <a:dgm id="{F856B9C6-CB6C-4D50-8524-4EF090D9F86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6">
                                                <p:graphicEl>
                                                  <a:dgm id="{F856B9C6-CB6C-4D50-8524-4EF090D9F86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141AECD2-A082-4D3F-9673-CF7811DE7B8C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6">
                                                <p:graphicEl>
                                                  <a:dgm id="{141AECD2-A082-4D3F-9673-CF7811DE7B8C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6">
                                                <p:graphicEl>
                                                  <a:dgm id="{141AECD2-A082-4D3F-9673-CF7811DE7B8C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FF82458F-3F9F-4A83-871C-5C634E4B2874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6">
                                                <p:graphicEl>
                                                  <a:dgm id="{FF82458F-3F9F-4A83-871C-5C634E4B2874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6">
                                                <p:graphicEl>
                                                  <a:dgm id="{FF82458F-3F9F-4A83-871C-5C634E4B2874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17002D85-7191-41B1-9114-A6862DDB6A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6">
                                                <p:graphicEl>
                                                  <a:dgm id="{17002D85-7191-41B1-9114-A6862DDB6A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6">
                                                <p:graphicEl>
                                                  <a:dgm id="{17002D85-7191-41B1-9114-A6862DDB6A09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343EA60E-4BDF-4F67-B289-380F2911CA0D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6">
                                                <p:graphicEl>
                                                  <a:dgm id="{343EA60E-4BDF-4F67-B289-380F2911CA0D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6">
                                                <p:graphicEl>
                                                  <a:dgm id="{343EA60E-4BDF-4F67-B289-380F2911CA0D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E130CC9E-3D81-4C8F-A7AD-7331DFC7888B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6">
                                                <p:graphicEl>
                                                  <a:dgm id="{E130CC9E-3D81-4C8F-A7AD-7331DFC7888B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6">
                                                <p:graphicEl>
                                                  <a:dgm id="{E130CC9E-3D81-4C8F-A7AD-7331DFC7888B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4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graphicEl>
                                                  <a:dgm id="{8DF8D854-4F17-4B1C-B36B-D78A5314FE1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6">
                                                <p:graphicEl>
                                                  <a:dgm id="{8DF8D854-4F17-4B1C-B36B-D78A5314FE1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6">
                                                <p:graphicEl>
                                                  <a:dgm id="{8DF8D854-4F17-4B1C-B36B-D78A5314FE1F}"/>
                                                </p:graphic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50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0" fill="hold">
                          <p:stCondLst>
                            <p:cond delay="indefinite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1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9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4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5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96" presetID="6" presetClass="emph" presetSubtype="0" repeatCount="indefinite" autoRev="1" fill="remove" grpId="1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97" dur="20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5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8" fill="hold">
                          <p:stCondLst>
                            <p:cond delay="indefinite"/>
                          </p:stCondLst>
                          <p:childTnLst>
                            <p:par>
                              <p:cTn id="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0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3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1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2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2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3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3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35" presetID="6" presetClass="emph" presetSubtype="0" repeatCount="indefinite" autoRev="1" fill="remove" grpId="1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136" dur="200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5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2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3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Graphic spid="6" grpId="0">
            <p:bldSub>
              <a:bldDgm bld="one"/>
            </p:bldSub>
          </p:bldGraphic>
          <p:bldP spid="2" grpId="0" animBg="1"/>
          <p:bldP spid="3" grpId="0" animBg="1"/>
          <p:bldP spid="7" grpId="0" animBg="1"/>
          <p:bldP spid="10" grpId="0" animBg="1"/>
          <p:bldP spid="11" grpId="0" animBg="1"/>
          <p:bldP spid="13" grpId="0" animBg="1"/>
          <p:bldP spid="14" grpId="0" animBg="1"/>
          <p:bldP spid="15" grpId="0" animBg="1"/>
          <p:bldP spid="15" grpId="1" animBg="1"/>
          <p:bldP spid="19" grpId="0" animBg="1"/>
          <p:bldP spid="20" grpId="0" animBg="1"/>
          <p:bldP spid="21" grpId="0" animBg="1"/>
          <p:bldP spid="22" grpId="0"/>
          <p:bldP spid="8" grpId="0" animBg="1"/>
          <p:bldP spid="9" grpId="0" animBg="1"/>
          <p:bldP spid="12" grpId="0" animBg="1"/>
          <p:bldP spid="12" grpId="1" animBg="1"/>
          <p:bldP spid="23" grpId="0"/>
          <p:bldP spid="24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8896958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1A3D7AD-4D4C-848E-FACE-CB09B70B2995}"/>
              </a:ext>
            </a:extLst>
          </p:cNvPr>
          <p:cNvGrpSpPr/>
          <p:nvPr/>
        </p:nvGrpSpPr>
        <p:grpSpPr>
          <a:xfrm>
            <a:off x="3684978" y="2766548"/>
            <a:ext cx="3153696" cy="3341233"/>
            <a:chOff x="2777550" y="2252097"/>
            <a:chExt cx="3153696" cy="334123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7858282-F430-E6E2-47B8-1E1CE8D97E5A}"/>
                </a:ext>
              </a:extLst>
            </p:cNvPr>
            <p:cNvGrpSpPr/>
            <p:nvPr/>
          </p:nvGrpSpPr>
          <p:grpSpPr>
            <a:xfrm>
              <a:off x="2777550" y="2649078"/>
              <a:ext cx="3153696" cy="265471"/>
              <a:chOff x="5070373" y="2594487"/>
              <a:chExt cx="3153696" cy="265471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71837CE1-61A2-6E80-60D7-EA32106CDCE8}"/>
                  </a:ext>
                </a:extLst>
              </p:cNvPr>
              <p:cNvSpPr/>
              <p:nvPr/>
            </p:nvSpPr>
            <p:spPr>
              <a:xfrm>
                <a:off x="5070373" y="2594487"/>
                <a:ext cx="265471" cy="26547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A5232F9-F488-805A-83D9-7349478BEF01}"/>
                  </a:ext>
                </a:extLst>
              </p:cNvPr>
              <p:cNvSpPr/>
              <p:nvPr/>
            </p:nvSpPr>
            <p:spPr>
              <a:xfrm>
                <a:off x="5485171" y="2670072"/>
                <a:ext cx="2324100" cy="1143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B6CB811-C8EF-BC11-18B9-515876CCCD8A}"/>
                  </a:ext>
                </a:extLst>
              </p:cNvPr>
              <p:cNvSpPr/>
              <p:nvPr/>
            </p:nvSpPr>
            <p:spPr>
              <a:xfrm>
                <a:off x="7958598" y="2594487"/>
                <a:ext cx="265471" cy="26547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A31297-627C-8874-2A13-F93C4CB67B10}"/>
                </a:ext>
              </a:extLst>
            </p:cNvPr>
            <p:cNvSpPr txBox="1"/>
            <p:nvPr/>
          </p:nvSpPr>
          <p:spPr>
            <a:xfrm>
              <a:off x="3147344" y="2252097"/>
              <a:ext cx="2460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Begins  and ends shortly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44EA29-D354-C7E5-ED83-8C8A3D425DA0}"/>
                </a:ext>
              </a:extLst>
            </p:cNvPr>
            <p:cNvSpPr txBox="1"/>
            <p:nvPr/>
          </p:nvSpPr>
          <p:spPr>
            <a:xfrm>
              <a:off x="3258855" y="4946999"/>
              <a:ext cx="26109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Only third person singular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Adds “s” to the verb. 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B29273-8AA2-E8E1-2176-080DB5539207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94263" y="4075028"/>
            <a:ext cx="2981948" cy="105087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VERB+(s)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488136"/>
              </p:ext>
            </p:extLst>
          </p:nvPr>
        </p:nvGraphicFramePr>
        <p:xfrm>
          <a:off x="7586036" y="2222016"/>
          <a:ext cx="3750784" cy="32394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7667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823117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VERB+(s)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FFC000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824245" y="3629964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</p:spTree>
    <p:extLst>
      <p:ext uri="{BB962C8B-B14F-4D97-AF65-F5344CB8AC3E}">
        <p14:creationId xmlns:p14="http://schemas.microsoft.com/office/powerpoint/2010/main" val="410611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A62D9E-AD13-1E12-A8CA-14BE0CEB6966}"/>
              </a:ext>
            </a:extLst>
          </p:cNvPr>
          <p:cNvSpPr/>
          <p:nvPr/>
        </p:nvSpPr>
        <p:spPr>
          <a:xfrm>
            <a:off x="6678306" y="1809284"/>
            <a:ext cx="4446818" cy="32394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go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போகிறேன்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come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வருகிறாய்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plays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விளையாடுகிறான்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read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படிக்கிறார்கள்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watch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பார்க்கிறோம்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works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செய்கிறது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write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எழுதுகிறாய்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E599C7-055B-F1EC-7109-E2375AD99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984691"/>
              </p:ext>
            </p:extLst>
          </p:nvPr>
        </p:nvGraphicFramePr>
        <p:xfrm>
          <a:off x="1066876" y="1809283"/>
          <a:ext cx="3750784" cy="32394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7667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823117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VERB+(s)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685859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FB29273-8AA2-E8E1-2176-080DB5539207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94263" y="4075028"/>
            <a:ext cx="3220900" cy="1050877"/>
          </a:xfrm>
          <a:prstGeom prst="round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AUXILIARY VERB +  VERB+(</a:t>
            </a:r>
            <a:r>
              <a:rPr lang="en-US" sz="2400" b="1" dirty="0" err="1">
                <a:solidFill>
                  <a:schemeClr val="tx1"/>
                </a:solidFill>
              </a:rPr>
              <a:t>ing</a:t>
            </a:r>
            <a:r>
              <a:rPr lang="en-US" sz="2400" b="1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93011"/>
              </p:ext>
            </p:extLst>
          </p:nvPr>
        </p:nvGraphicFramePr>
        <p:xfrm>
          <a:off x="7343775" y="222201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A.V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+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92D050"/>
                          </a:solidFill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943721" y="3572815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549EED-8F27-8A87-5FA7-C8B7B283C67A}"/>
              </a:ext>
            </a:extLst>
          </p:cNvPr>
          <p:cNvGrpSpPr/>
          <p:nvPr/>
        </p:nvGrpSpPr>
        <p:grpSpPr>
          <a:xfrm>
            <a:off x="3894007" y="3100518"/>
            <a:ext cx="3121156" cy="369333"/>
            <a:chOff x="5204893" y="3866540"/>
            <a:chExt cx="2931531" cy="346894"/>
          </a:xfrm>
          <a:solidFill>
            <a:srgbClr val="92D050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173CC4-1A63-3782-FE5E-216F7949CA65}"/>
                </a:ext>
              </a:extLst>
            </p:cNvPr>
            <p:cNvSpPr/>
            <p:nvPr/>
          </p:nvSpPr>
          <p:spPr>
            <a:xfrm>
              <a:off x="5204893" y="3907251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549418-76B6-C44F-9FC6-F4C15752DDDD}"/>
                </a:ext>
              </a:extLst>
            </p:cNvPr>
            <p:cNvSpPr/>
            <p:nvPr/>
          </p:nvSpPr>
          <p:spPr>
            <a:xfrm>
              <a:off x="5485171" y="3982836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3BCFBF3B-0CE5-ABCD-2991-C1ECF41B73D2}"/>
                </a:ext>
              </a:extLst>
            </p:cNvPr>
            <p:cNvSpPr/>
            <p:nvPr/>
          </p:nvSpPr>
          <p:spPr>
            <a:xfrm rot="5400000">
              <a:off x="7813454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9E10211-DBA9-DC19-8C32-74E2E414D4A4}"/>
              </a:ext>
            </a:extLst>
          </p:cNvPr>
          <p:cNvSpPr txBox="1"/>
          <p:nvPr/>
        </p:nvSpPr>
        <p:spPr>
          <a:xfrm>
            <a:off x="3850706" y="2708090"/>
            <a:ext cx="315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Begins  and progress for a while</a:t>
            </a:r>
          </a:p>
        </p:txBody>
      </p:sp>
    </p:spTree>
    <p:extLst>
      <p:ext uri="{BB962C8B-B14F-4D97-AF65-F5344CB8AC3E}">
        <p14:creationId xmlns:p14="http://schemas.microsoft.com/office/powerpoint/2010/main" val="305034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4825349" y="3034117"/>
            <a:ext cx="7078940" cy="299651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am going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போய்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are coming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வந்து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is playing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விளையாடிக்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are reading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படித்துக்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are watching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பார்த்துக்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is working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செய்து</a:t>
            </a:r>
            <a:r>
              <a:rPr lang="en-US" dirty="0"/>
              <a:t> 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ருக்கிறது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are writing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எழுதிக்</a:t>
            </a:r>
            <a:r>
              <a:rPr lang="en-US" dirty="0" err="1">
                <a:solidFill>
                  <a:srgbClr val="92D050"/>
                </a:solidFill>
              </a:rPr>
              <a:t>கொண்டி</a:t>
            </a:r>
            <a:r>
              <a:rPr lang="en-US" dirty="0" err="1"/>
              <a:t>ருக்கிறாய்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1AB1C9-5602-5765-5E3C-93B76FF12588}"/>
              </a:ext>
            </a:extLst>
          </p:cNvPr>
          <p:cNvGrpSpPr/>
          <p:nvPr/>
        </p:nvGrpSpPr>
        <p:grpSpPr>
          <a:xfrm>
            <a:off x="5039277" y="2208417"/>
            <a:ext cx="5650959" cy="668690"/>
            <a:chOff x="5204893" y="3866540"/>
            <a:chExt cx="2931531" cy="346894"/>
          </a:xfrm>
          <a:solidFill>
            <a:srgbClr val="92D050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D3DDD8E-E11E-B55D-585A-29BF4D035E4A}"/>
                </a:ext>
              </a:extLst>
            </p:cNvPr>
            <p:cNvSpPr/>
            <p:nvPr/>
          </p:nvSpPr>
          <p:spPr>
            <a:xfrm>
              <a:off x="5204893" y="3907251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041366-4B51-868A-E26D-D7CDCD5A00C5}"/>
                </a:ext>
              </a:extLst>
            </p:cNvPr>
            <p:cNvSpPr/>
            <p:nvPr/>
          </p:nvSpPr>
          <p:spPr>
            <a:xfrm>
              <a:off x="5485171" y="3982836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2C5AD19-98BB-54C1-528A-0B72672E7D31}"/>
                </a:ext>
              </a:extLst>
            </p:cNvPr>
            <p:cNvSpPr/>
            <p:nvPr/>
          </p:nvSpPr>
          <p:spPr>
            <a:xfrm rot="5400000">
              <a:off x="7813454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2E51FAD-DEEF-F804-2342-75B877FC85F2}"/>
              </a:ext>
            </a:extLst>
          </p:cNvPr>
          <p:cNvSpPr txBox="1"/>
          <p:nvPr/>
        </p:nvSpPr>
        <p:spPr>
          <a:xfrm>
            <a:off x="5732737" y="1916448"/>
            <a:ext cx="4136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Begins  and progress for a while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C2C87E-C362-8D24-9DEC-97EA4D318E59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804D57-3362-AC1E-A34E-5A0B8AACF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45503"/>
              </p:ext>
            </p:extLst>
          </p:nvPr>
        </p:nvGraphicFramePr>
        <p:xfrm>
          <a:off x="460451" y="2462064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A.V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+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92D050"/>
                          </a:solidFill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29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20664F-3941-46DC-3B0E-DBA7A34B87B1}"/>
              </a:ext>
            </a:extLst>
          </p:cNvPr>
          <p:cNvSpPr txBox="1"/>
          <p:nvPr/>
        </p:nvSpPr>
        <p:spPr>
          <a:xfrm>
            <a:off x="4571391" y="557212"/>
            <a:ext cx="27063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highlight>
                  <a:srgbClr val="008080"/>
                </a:highlight>
              </a:rPr>
              <a:t>Verb 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984D4-05F1-14B0-E121-AFDB66E8B92F}"/>
              </a:ext>
            </a:extLst>
          </p:cNvPr>
          <p:cNvSpPr txBox="1"/>
          <p:nvPr/>
        </p:nvSpPr>
        <p:spPr>
          <a:xfrm>
            <a:off x="2880639" y="1600199"/>
            <a:ext cx="60878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highlight>
                  <a:srgbClr val="008080"/>
                </a:highlight>
              </a:rPr>
              <a:t>There are 3 kinds of verbs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2444C8-7A36-8E55-79CC-5A05473F1E0C}"/>
              </a:ext>
            </a:extLst>
          </p:cNvPr>
          <p:cNvSpPr/>
          <p:nvPr/>
        </p:nvSpPr>
        <p:spPr>
          <a:xfrm>
            <a:off x="3002780" y="3042345"/>
            <a:ext cx="828675" cy="8286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417DAF-70DF-89A3-48D1-305132179E1F}"/>
              </a:ext>
            </a:extLst>
          </p:cNvPr>
          <p:cNvSpPr/>
          <p:nvPr/>
        </p:nvSpPr>
        <p:spPr>
          <a:xfrm>
            <a:off x="5738813" y="3046514"/>
            <a:ext cx="828675" cy="8286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60C9ED-F496-8E92-A863-6198F87A80CA}"/>
              </a:ext>
            </a:extLst>
          </p:cNvPr>
          <p:cNvSpPr/>
          <p:nvPr/>
        </p:nvSpPr>
        <p:spPr>
          <a:xfrm>
            <a:off x="8360544" y="3042344"/>
            <a:ext cx="828675" cy="8286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4E0051-ADDF-FF1F-A25F-BE8AD6C3EA1E}"/>
              </a:ext>
            </a:extLst>
          </p:cNvPr>
          <p:cNvGrpSpPr/>
          <p:nvPr/>
        </p:nvGrpSpPr>
        <p:grpSpPr>
          <a:xfrm>
            <a:off x="1488256" y="5096772"/>
            <a:ext cx="9215488" cy="1446550"/>
            <a:chOff x="1031058" y="5096772"/>
            <a:chExt cx="9215488" cy="14465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D33E1C-7301-0ED6-CBD3-CA89B8D9D244}"/>
                </a:ext>
              </a:extLst>
            </p:cNvPr>
            <p:cNvSpPr txBox="1"/>
            <p:nvPr/>
          </p:nvSpPr>
          <p:spPr>
            <a:xfrm>
              <a:off x="1031058" y="5096772"/>
              <a:ext cx="1928862" cy="144655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/>
                <a:t>1.Look</a:t>
              </a:r>
            </a:p>
            <a:p>
              <a:pPr algn="ctr"/>
              <a:r>
                <a:rPr lang="en-US" sz="4400" dirty="0"/>
                <a:t>2.work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E1DAEF-9898-E2D3-007A-351B57EF44F8}"/>
                </a:ext>
              </a:extLst>
            </p:cNvPr>
            <p:cNvSpPr txBox="1"/>
            <p:nvPr/>
          </p:nvSpPr>
          <p:spPr>
            <a:xfrm>
              <a:off x="4674372" y="5096772"/>
              <a:ext cx="1928862" cy="144655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/>
                <a:t>Looked</a:t>
              </a:r>
            </a:p>
            <a:p>
              <a:pPr algn="ctr"/>
              <a:r>
                <a:rPr lang="en-US" sz="4400" dirty="0"/>
                <a:t>worked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4C2B63-E1B2-9835-B025-E5BC6735E851}"/>
                </a:ext>
              </a:extLst>
            </p:cNvPr>
            <p:cNvSpPr txBox="1"/>
            <p:nvPr/>
          </p:nvSpPr>
          <p:spPr>
            <a:xfrm>
              <a:off x="8317684" y="5096772"/>
              <a:ext cx="1928862" cy="144655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/>
                <a:t>Looked</a:t>
              </a:r>
            </a:p>
            <a:p>
              <a:pPr algn="ctr"/>
              <a:r>
                <a:rPr lang="en-US" sz="4400" dirty="0"/>
                <a:t>worked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42F531DD-649F-74DE-959A-4636CB237168}"/>
                </a:ext>
              </a:extLst>
            </p:cNvPr>
            <p:cNvSpPr/>
            <p:nvPr/>
          </p:nvSpPr>
          <p:spPr>
            <a:xfrm>
              <a:off x="3211410" y="5514975"/>
              <a:ext cx="1211472" cy="600075"/>
            </a:xfrm>
            <a:prstGeom prst="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2CA7AFB-1830-B888-DD77-F27A676D027C}"/>
                </a:ext>
              </a:extLst>
            </p:cNvPr>
            <p:cNvSpPr/>
            <p:nvPr/>
          </p:nvSpPr>
          <p:spPr>
            <a:xfrm>
              <a:off x="6854724" y="5514975"/>
              <a:ext cx="1211472" cy="600075"/>
            </a:xfrm>
            <a:prstGeom prst="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8E7BA05-DA64-0B36-F1BA-8E1583DDD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90850"/>
              </p:ext>
            </p:extLst>
          </p:nvPr>
        </p:nvGraphicFramePr>
        <p:xfrm>
          <a:off x="2032000" y="3990380"/>
          <a:ext cx="8127999" cy="457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446012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906764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541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PRESENT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PAST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PAST PARTICIPLE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766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61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7DA1C4-DEB1-C8BA-F6B2-B76ABBD2B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499291"/>
              </p:ext>
            </p:extLst>
          </p:nvPr>
        </p:nvGraphicFramePr>
        <p:xfrm>
          <a:off x="2032001" y="457200"/>
          <a:ext cx="8127999" cy="594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446012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906764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541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PRESENT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PAST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PAST PARTICIPLE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766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Went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Gone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53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Sleep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Slept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Slept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41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Drink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Drank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Drunk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90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Eat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Ate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Eaten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28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Write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Wrote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Written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445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Come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Came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Come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06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Walk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Walked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Walked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Ran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5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Put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Put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Put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87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Think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Thought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Thought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05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Bring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Brought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Brought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504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Teach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Taught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Taught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97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8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310509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FB29273-8AA2-E8E1-2176-080DB5539207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86817" y="4075028"/>
            <a:ext cx="3220900" cy="1050877"/>
          </a:xfrm>
          <a:prstGeom prst="round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HAVE/HAS + VERB 3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494158"/>
              </p:ext>
            </p:extLst>
          </p:nvPr>
        </p:nvGraphicFramePr>
        <p:xfrm>
          <a:off x="7343775" y="222201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HAVE / HAS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V3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936275" y="3572815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3B8530-B3F8-C810-6C20-A6D4839D073F}"/>
              </a:ext>
            </a:extLst>
          </p:cNvPr>
          <p:cNvGrpSpPr/>
          <p:nvPr/>
        </p:nvGrpSpPr>
        <p:grpSpPr>
          <a:xfrm>
            <a:off x="3696504" y="3134887"/>
            <a:ext cx="3401527" cy="305047"/>
            <a:chOff x="5070373" y="5122154"/>
            <a:chExt cx="3868154" cy="346894"/>
          </a:xfrm>
          <a:solidFill>
            <a:srgbClr val="00B0F0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BE65DAE-21E7-80ED-50FF-1BCDA2182F4D}"/>
                </a:ext>
              </a:extLst>
            </p:cNvPr>
            <p:cNvSpPr/>
            <p:nvPr/>
          </p:nvSpPr>
          <p:spPr>
            <a:xfrm>
              <a:off x="5070373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35C751-3255-1C3B-E17F-9A3C11B106E0}"/>
                </a:ext>
              </a:extLst>
            </p:cNvPr>
            <p:cNvSpPr/>
            <p:nvPr/>
          </p:nvSpPr>
          <p:spPr>
            <a:xfrm>
              <a:off x="5485171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BD4C9AD-8497-D994-75BD-CEA02974AE36}"/>
                </a:ext>
              </a:extLst>
            </p:cNvPr>
            <p:cNvSpPr/>
            <p:nvPr/>
          </p:nvSpPr>
          <p:spPr>
            <a:xfrm>
              <a:off x="6854927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D2D37F-AF7E-5636-6210-C186276AF93A}"/>
                </a:ext>
              </a:extLst>
            </p:cNvPr>
            <p:cNvSpPr/>
            <p:nvPr/>
          </p:nvSpPr>
          <p:spPr>
            <a:xfrm>
              <a:off x="7269725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A233E93-52DD-075C-4C5E-157697D7F5C7}"/>
                </a:ext>
              </a:extLst>
            </p:cNvPr>
            <p:cNvSpPr/>
            <p:nvPr/>
          </p:nvSpPr>
          <p:spPr>
            <a:xfrm rot="5400000">
              <a:off x="8615557" y="5146077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B57DBA-2A4E-F950-493E-EE13FFE71A6B}"/>
              </a:ext>
            </a:extLst>
          </p:cNvPr>
          <p:cNvSpPr txBox="1"/>
          <p:nvPr/>
        </p:nvSpPr>
        <p:spPr>
          <a:xfrm>
            <a:off x="3706942" y="2348367"/>
            <a:ext cx="338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Happened in the past but still have impact on the present</a:t>
            </a:r>
          </a:p>
        </p:txBody>
      </p:sp>
    </p:spTree>
    <p:extLst>
      <p:ext uri="{BB962C8B-B14F-4D97-AF65-F5344CB8AC3E}">
        <p14:creationId xmlns:p14="http://schemas.microsoft.com/office/powerpoint/2010/main" val="165245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024C8A-648A-6489-7BD1-D61B16430301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5626192" y="2949198"/>
            <a:ext cx="5432863" cy="299651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have gone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போய்</a:t>
            </a:r>
            <a:r>
              <a:rPr lang="en-US" dirty="0" err="1">
                <a:solidFill>
                  <a:srgbClr val="00B0F0"/>
                </a:solidFill>
              </a:rPr>
              <a:t>விட்டேன்</a:t>
            </a: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You have come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வந்து</a:t>
            </a:r>
            <a:r>
              <a:rPr lang="en-US" dirty="0" err="1">
                <a:solidFill>
                  <a:srgbClr val="00B0F0"/>
                </a:solidFill>
              </a:rPr>
              <a:t>விட்டாய்</a:t>
            </a: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He has played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விளையாடி</a:t>
            </a:r>
            <a:r>
              <a:rPr lang="en-US" dirty="0" err="1">
                <a:solidFill>
                  <a:srgbClr val="00B0F0"/>
                </a:solidFill>
              </a:rPr>
              <a:t>விட்டான்</a:t>
            </a: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They have read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படித்து</a:t>
            </a:r>
            <a:r>
              <a:rPr lang="en-US" dirty="0" err="1">
                <a:solidFill>
                  <a:srgbClr val="00B0F0"/>
                </a:solidFill>
              </a:rPr>
              <a:t>விட்டார்கள்</a:t>
            </a: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We have watched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பார்த்து</a:t>
            </a:r>
            <a:r>
              <a:rPr lang="en-US" dirty="0" err="1">
                <a:solidFill>
                  <a:srgbClr val="00B0F0"/>
                </a:solidFill>
              </a:rPr>
              <a:t>விட்டோம்</a:t>
            </a: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It has worked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செய்து</a:t>
            </a:r>
            <a:r>
              <a:rPr lang="en-US" dirty="0" err="1">
                <a:solidFill>
                  <a:srgbClr val="00B0F0"/>
                </a:solidFill>
              </a:rPr>
              <a:t>விட்டது</a:t>
            </a: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You have written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எழுதி</a:t>
            </a:r>
            <a:r>
              <a:rPr lang="en-US" dirty="0" err="1">
                <a:solidFill>
                  <a:srgbClr val="00B0F0"/>
                </a:solidFill>
              </a:rPr>
              <a:t>விட்டாய்</a:t>
            </a:r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C121A5-DDC9-FBFB-4623-BF195EAFFD0C}"/>
              </a:ext>
            </a:extLst>
          </p:cNvPr>
          <p:cNvGrpSpPr/>
          <p:nvPr/>
        </p:nvGrpSpPr>
        <p:grpSpPr>
          <a:xfrm>
            <a:off x="5301959" y="2293447"/>
            <a:ext cx="6019954" cy="539866"/>
            <a:chOff x="5070373" y="5122154"/>
            <a:chExt cx="3868154" cy="346894"/>
          </a:xfrm>
          <a:solidFill>
            <a:srgbClr val="00B0F0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7903FE5-B1A7-9D5F-DF03-0BD30DAF5167}"/>
                </a:ext>
              </a:extLst>
            </p:cNvPr>
            <p:cNvSpPr/>
            <p:nvPr/>
          </p:nvSpPr>
          <p:spPr>
            <a:xfrm>
              <a:off x="5070373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2FDC72-2140-6698-C396-07F5C44D5AE8}"/>
                </a:ext>
              </a:extLst>
            </p:cNvPr>
            <p:cNvSpPr/>
            <p:nvPr/>
          </p:nvSpPr>
          <p:spPr>
            <a:xfrm>
              <a:off x="5485171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5760DD-C298-2884-0172-63308C95DF57}"/>
                </a:ext>
              </a:extLst>
            </p:cNvPr>
            <p:cNvSpPr/>
            <p:nvPr/>
          </p:nvSpPr>
          <p:spPr>
            <a:xfrm>
              <a:off x="6854927" y="5162865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9C7125-139D-FE0B-8C2D-AE77603141D7}"/>
                </a:ext>
              </a:extLst>
            </p:cNvPr>
            <p:cNvSpPr/>
            <p:nvPr/>
          </p:nvSpPr>
          <p:spPr>
            <a:xfrm>
              <a:off x="7269725" y="5251818"/>
              <a:ext cx="1220429" cy="875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2E832EB-4DCE-F44D-E46C-081052BE8789}"/>
                </a:ext>
              </a:extLst>
            </p:cNvPr>
            <p:cNvSpPr/>
            <p:nvPr/>
          </p:nvSpPr>
          <p:spPr>
            <a:xfrm rot="5400000">
              <a:off x="8615557" y="5146077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407A1C-E65E-A83D-A171-CD83876885A2}"/>
              </a:ext>
            </a:extLst>
          </p:cNvPr>
          <p:cNvSpPr txBox="1"/>
          <p:nvPr/>
        </p:nvSpPr>
        <p:spPr>
          <a:xfrm>
            <a:off x="5473326" y="1871588"/>
            <a:ext cx="5983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Happened in the past but still have impact on the present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466551-6DFD-B1FC-7623-F9988FC96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380241"/>
              </p:ext>
            </p:extLst>
          </p:nvPr>
        </p:nvGraphicFramePr>
        <p:xfrm>
          <a:off x="560952" y="234608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HAVE / HAS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V3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851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F38181-554A-4773-FD6F-F1E6E5867CDD}"/>
              </a:ext>
            </a:extLst>
          </p:cNvPr>
          <p:cNvSpPr txBox="1"/>
          <p:nvPr/>
        </p:nvSpPr>
        <p:spPr>
          <a:xfrm>
            <a:off x="1911842" y="472086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Present Tense –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நிகழ்காலம்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075C9-B7C5-847C-8759-CA7091E368A2}"/>
              </a:ext>
            </a:extLst>
          </p:cNvPr>
          <p:cNvSpPr txBox="1"/>
          <p:nvPr/>
        </p:nvSpPr>
        <p:spPr>
          <a:xfrm>
            <a:off x="1911842" y="1374791"/>
            <a:ext cx="83683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Objective type Questions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86819-469D-D947-80AD-B31B76BC031E}"/>
              </a:ext>
            </a:extLst>
          </p:cNvPr>
          <p:cNvSpPr txBox="1"/>
          <p:nvPr/>
        </p:nvSpPr>
        <p:spPr>
          <a:xfrm>
            <a:off x="1669430" y="2078843"/>
            <a:ext cx="88531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Just change the place of auxiliary verb with given subject to make it a question.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26632-0CA6-52DF-9830-FFC31219AB67}"/>
              </a:ext>
            </a:extLst>
          </p:cNvPr>
          <p:cNvSpPr txBox="1"/>
          <p:nvPr/>
        </p:nvSpPr>
        <p:spPr>
          <a:xfrm>
            <a:off x="1669430" y="3679363"/>
            <a:ext cx="88531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dance – I </a:t>
            </a:r>
            <a:r>
              <a:rPr lang="en-US" sz="3200" dirty="0">
                <a:solidFill>
                  <a:srgbClr val="FFC000"/>
                </a:solidFill>
                <a:latin typeface="Montserrat Regular" pitchFamily="2" charset="0"/>
                <a:cs typeface="Aharoni" panose="02010803020104030203" pitchFamily="2" charset="-79"/>
              </a:rPr>
              <a:t>do</a:t>
            </a:r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 dance – Do I dance? </a:t>
            </a:r>
          </a:p>
          <a:p>
            <a:pPr algn="ctr"/>
            <a:endParaRPr lang="en-US" sz="3200" dirty="0">
              <a:solidFill>
                <a:prstClr val="white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am dancing – Am I dancing?</a:t>
            </a:r>
          </a:p>
          <a:p>
            <a:pPr algn="ctr"/>
            <a:endParaRPr lang="en-US" sz="3200" dirty="0">
              <a:solidFill>
                <a:prstClr val="white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have danced – Have I danced?</a:t>
            </a:r>
            <a:endParaRPr lang="en-US" sz="900" dirty="0"/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F9CDB5C7-2E15-8CEA-FF9B-73A7A3B82755}"/>
              </a:ext>
            </a:extLst>
          </p:cNvPr>
          <p:cNvSpPr/>
          <p:nvPr/>
        </p:nvSpPr>
        <p:spPr>
          <a:xfrm rot="5103886" flipH="1">
            <a:off x="4641077" y="3135399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D3EE2BDB-6D58-C305-5CA8-0DF63090C1F7}"/>
              </a:ext>
            </a:extLst>
          </p:cNvPr>
          <p:cNvSpPr/>
          <p:nvPr/>
        </p:nvSpPr>
        <p:spPr>
          <a:xfrm rot="5103886" flipH="1">
            <a:off x="3144787" y="3988023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AE6ABEEB-D9DD-A900-DBF6-1CAF9176F529}"/>
              </a:ext>
            </a:extLst>
          </p:cNvPr>
          <p:cNvSpPr/>
          <p:nvPr/>
        </p:nvSpPr>
        <p:spPr>
          <a:xfrm rot="5103886" flipH="1">
            <a:off x="2992388" y="5017132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68278-B68E-AD30-D75F-D3C10F6E8E2F}"/>
              </a:ext>
            </a:extLst>
          </p:cNvPr>
          <p:cNvSpPr txBox="1"/>
          <p:nvPr/>
        </p:nvSpPr>
        <p:spPr>
          <a:xfrm>
            <a:off x="8154019" y="6385914"/>
            <a:ext cx="359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* Question mark is important.</a:t>
            </a:r>
            <a:endParaRPr lang="en-US" sz="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35F18-2B30-AF52-7740-FCE757672D24}"/>
              </a:ext>
            </a:extLst>
          </p:cNvPr>
          <p:cNvSpPr txBox="1"/>
          <p:nvPr/>
        </p:nvSpPr>
        <p:spPr>
          <a:xfrm>
            <a:off x="439776" y="3807539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Simple</a:t>
            </a:r>
            <a:endParaRPr lang="en-US" sz="600" dirty="0">
              <a:highlight>
                <a:srgbClr val="8000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1E329-3DF9-B8A5-7174-6F61E54C5D76}"/>
              </a:ext>
            </a:extLst>
          </p:cNvPr>
          <p:cNvSpPr txBox="1"/>
          <p:nvPr/>
        </p:nvSpPr>
        <p:spPr>
          <a:xfrm>
            <a:off x="439776" y="4756580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Continuous</a:t>
            </a:r>
            <a:endParaRPr lang="en-US" sz="600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86210-0E22-835F-720F-E39E91F2829C}"/>
              </a:ext>
            </a:extLst>
          </p:cNvPr>
          <p:cNvSpPr txBox="1"/>
          <p:nvPr/>
        </p:nvSpPr>
        <p:spPr>
          <a:xfrm>
            <a:off x="439776" y="5697638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Perfect</a:t>
            </a:r>
          </a:p>
        </p:txBody>
      </p:sp>
    </p:spTree>
    <p:extLst>
      <p:ext uri="{BB962C8B-B14F-4D97-AF65-F5344CB8AC3E}">
        <p14:creationId xmlns:p14="http://schemas.microsoft.com/office/powerpoint/2010/main" val="41778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620</Words>
  <Application>Microsoft Office PowerPoint</Application>
  <PresentationFormat>Widescreen</PresentationFormat>
  <Paragraphs>228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Aharoni</vt:lpstr>
      <vt:lpstr>Aptos Narrow</vt:lpstr>
      <vt:lpstr>Arial</vt:lpstr>
      <vt:lpstr>Calibri</vt:lpstr>
      <vt:lpstr>Calibri Light</vt:lpstr>
      <vt:lpstr>Montserrat Bold</vt:lpstr>
      <vt:lpstr>Montserrat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24</cp:revision>
  <dcterms:created xsi:type="dcterms:W3CDTF">2024-01-28T15:20:08Z</dcterms:created>
  <dcterms:modified xsi:type="dcterms:W3CDTF">2024-05-07T05:48:21Z</dcterms:modified>
</cp:coreProperties>
</file>