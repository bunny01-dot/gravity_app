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5094" y="1815554"/>
            <a:ext cx="295366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17363" y="2516535"/>
            <a:ext cx="39092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and Symbols in English Writing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17982" y="3141315"/>
            <a:ext cx="23078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Grammar • Punctuation Marks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6134"/>
            <a:ext cx="7924800" cy="959941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Punctuation?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7924800" cy="44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Punctuation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use of specific marks and symbols to clarify meaning and separate text into sentences, clauses, and phrases.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876300" y="215473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44420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punctuation makes writing clear, organized, and easier to understand.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common punctuation marks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correct use of each mark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punctuation rules in writing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common punctuation errors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Period (.)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Ends a sentence or shows an abbreviation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loves reading books.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name is Dr. Smith.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meeting ends at 3 p.m.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Mark (?)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Ends a question or shows uncertainty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is the class?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finish your homework?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ready?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Exclamation Mark (!)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Ends a sentence showing strong emotion or emphasis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beautiful day!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love this book!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 (,)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Separates items, clauses, or ideas within a sentence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like apples, bananas, and oranges.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was tired, but she continued working.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Monday, we have a test.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Semicolon (;)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Connects two related independent clauses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studies hard; she will pass the exam.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loves sports; playing football is his favorite.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Colon (:)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Introduces a list, explanation, or quote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needed: pen, paper, and ruler.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this: always be honest.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said: "Let's go to the park."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Marks ("")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Marks direct speech or quotes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said, "I will come tomorrow."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asked, "What time is it?"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poet wrote, "Hope is a beautiful thing."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Apostrophe (')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possession or contraction (shortened forms)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John's book • The cat's tail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(do not) • I'm (I am)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(cannot) • She's (she is)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Parentheses and Dashes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Parentheses ( 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extra information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has three cats (two orange, one black).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7615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Dashes (–):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a break in thought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41823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was nervous – very nervous – before the test.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Punctuation Errors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34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Run-on: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 studied all night she passed the test.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 studied all night; she passed the test.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Missing comma: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like apples oranges and bananas.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like apples, oranges, and bananas.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Missing Punctuation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asked Are you coming tomorrow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to buy milk bread and eggs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Dont forget your books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wonderful surprise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said I will help you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2603" y="1002357"/>
            <a:ext cx="349879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59150" y="1718518"/>
            <a:ext cx="3530352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Punctuation clarifies meaning in writing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(.), Question mark (?), Exclamation (!)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 (,) separates items and clauses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 (;) and Colon (:) connect ideas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marks ("") for direct speech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Apostrophe (') for possession and contractions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3357" y="1872704"/>
            <a:ext cx="445713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Your Punctuation!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13867" y="2512665"/>
            <a:ext cx="47161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sentences using each punctuation mark correctly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227860" y="3084165"/>
            <a:ext cx="6881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2025-12-18T05:09:56Z</dcterms:created>
  <dcterms:modified xsi:type="dcterms:W3CDTF">2025-12-18T05:09:56Z</dcterms:modified>
</cp:coreProperties>
</file>