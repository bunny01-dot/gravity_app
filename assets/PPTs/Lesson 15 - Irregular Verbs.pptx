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27EBE-28D9-4564-9F61-62CD46DDB8A2}" v="50" dt="2025-07-10T10:49:03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ekiel BFSBC" userId="dca3937b157b5f79" providerId="LiveId" clId="{A2227EBE-28D9-4564-9F61-62CD46DDB8A2}"/>
    <pc:docChg chg="undo custSel addSld delSld modSld">
      <pc:chgData name="Ezekiel BFSBC" userId="dca3937b157b5f79" providerId="LiveId" clId="{A2227EBE-28D9-4564-9F61-62CD46DDB8A2}" dt="2025-07-10T10:50:11.804" v="209" actId="20577"/>
      <pc:docMkLst>
        <pc:docMk/>
      </pc:docMkLst>
      <pc:sldChg chg="modSp mod">
        <pc:chgData name="Ezekiel BFSBC" userId="dca3937b157b5f79" providerId="LiveId" clId="{A2227EBE-28D9-4564-9F61-62CD46DDB8A2}" dt="2025-07-10T07:29:01.200" v="0" actId="20577"/>
        <pc:sldMkLst>
          <pc:docMk/>
          <pc:sldMk cId="503117275" sldId="257"/>
        </pc:sldMkLst>
        <pc:spChg chg="mod">
          <ac:chgData name="Ezekiel BFSBC" userId="dca3937b157b5f79" providerId="LiveId" clId="{A2227EBE-28D9-4564-9F61-62CD46DDB8A2}" dt="2025-07-10T07:29:01.200" v="0" actId="20577"/>
          <ac:spMkLst>
            <pc:docMk/>
            <pc:sldMk cId="503117275" sldId="257"/>
            <ac:spMk id="4" creationId="{F995EFD6-756A-C993-DF1B-95B7BEA9A049}"/>
          </ac:spMkLst>
        </pc:spChg>
      </pc:sldChg>
      <pc:sldChg chg="modSp mod">
        <pc:chgData name="Ezekiel BFSBC" userId="dca3937b157b5f79" providerId="LiveId" clId="{A2227EBE-28D9-4564-9F61-62CD46DDB8A2}" dt="2025-07-10T07:30:00.117" v="29" actId="1076"/>
        <pc:sldMkLst>
          <pc:docMk/>
          <pc:sldMk cId="3123986321" sldId="274"/>
        </pc:sldMkLst>
        <pc:spChg chg="mod">
          <ac:chgData name="Ezekiel BFSBC" userId="dca3937b157b5f79" providerId="LiveId" clId="{A2227EBE-28D9-4564-9F61-62CD46DDB8A2}" dt="2025-07-10T07:29:53.839" v="28" actId="12788"/>
          <ac:spMkLst>
            <pc:docMk/>
            <pc:sldMk cId="3123986321" sldId="274"/>
            <ac:spMk id="2" creationId="{53CDE2F5-8E31-FA12-7A06-E0CE4F44FBD4}"/>
          </ac:spMkLst>
        </pc:spChg>
        <pc:spChg chg="mod">
          <ac:chgData name="Ezekiel BFSBC" userId="dca3937b157b5f79" providerId="LiveId" clId="{A2227EBE-28D9-4564-9F61-62CD46DDB8A2}" dt="2025-07-10T07:30:00.117" v="29" actId="1076"/>
          <ac:spMkLst>
            <pc:docMk/>
            <pc:sldMk cId="3123986321" sldId="274"/>
            <ac:spMk id="4" creationId="{32CBFF0D-1761-D260-A539-182D5073273E}"/>
          </ac:spMkLst>
        </pc:spChg>
      </pc:sldChg>
      <pc:sldChg chg="addSp modSp new mod">
        <pc:chgData name="Ezekiel BFSBC" userId="dca3937b157b5f79" providerId="LiveId" clId="{A2227EBE-28D9-4564-9F61-62CD46DDB8A2}" dt="2025-07-10T07:33:43.928" v="79" actId="404"/>
        <pc:sldMkLst>
          <pc:docMk/>
          <pc:sldMk cId="3012734551" sldId="275"/>
        </pc:sldMkLst>
        <pc:graphicFrameChg chg="add mod modGraphic">
          <ac:chgData name="Ezekiel BFSBC" userId="dca3937b157b5f79" providerId="LiveId" clId="{A2227EBE-28D9-4564-9F61-62CD46DDB8A2}" dt="2025-07-10T07:33:43.928" v="79" actId="404"/>
          <ac:graphicFrameMkLst>
            <pc:docMk/>
            <pc:sldMk cId="3012734551" sldId="275"/>
            <ac:graphicFrameMk id="2" creationId="{3A87670A-CC76-7873-D357-82B3D1DA418F}"/>
          </ac:graphicFrameMkLst>
        </pc:graphicFrameChg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3072410643" sldId="275"/>
        </pc:sldMkLst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2516090444" sldId="276"/>
        </pc:sldMkLst>
      </pc:sldChg>
      <pc:sldChg chg="modSp add mod">
        <pc:chgData name="Ezekiel BFSBC" userId="dca3937b157b5f79" providerId="LiveId" clId="{A2227EBE-28D9-4564-9F61-62CD46DDB8A2}" dt="2025-07-10T07:34:03.496" v="89" actId="404"/>
        <pc:sldMkLst>
          <pc:docMk/>
          <pc:sldMk cId="3600035443" sldId="276"/>
        </pc:sldMkLst>
        <pc:graphicFrameChg chg="mod modGraphic">
          <ac:chgData name="Ezekiel BFSBC" userId="dca3937b157b5f79" providerId="LiveId" clId="{A2227EBE-28D9-4564-9F61-62CD46DDB8A2}" dt="2025-07-10T07:34:03.496" v="89" actId="404"/>
          <ac:graphicFrameMkLst>
            <pc:docMk/>
            <pc:sldMk cId="3600035443" sldId="276"/>
            <ac:graphicFrameMk id="2" creationId="{783A510A-4C37-ADA5-4FE7-239A5AFD6B66}"/>
          </ac:graphicFrameMkLst>
        </pc:graphicFrameChg>
      </pc:sldChg>
      <pc:sldChg chg="modSp add mod">
        <pc:chgData name="Ezekiel BFSBC" userId="dca3937b157b5f79" providerId="LiveId" clId="{A2227EBE-28D9-4564-9F61-62CD46DDB8A2}" dt="2025-07-10T07:34:21.864" v="98" actId="404"/>
        <pc:sldMkLst>
          <pc:docMk/>
          <pc:sldMk cId="1342572576" sldId="277"/>
        </pc:sldMkLst>
        <pc:graphicFrameChg chg="mod modGraphic">
          <ac:chgData name="Ezekiel BFSBC" userId="dca3937b157b5f79" providerId="LiveId" clId="{A2227EBE-28D9-4564-9F61-62CD46DDB8A2}" dt="2025-07-10T07:34:21.864" v="98" actId="404"/>
          <ac:graphicFrameMkLst>
            <pc:docMk/>
            <pc:sldMk cId="1342572576" sldId="277"/>
            <ac:graphicFrameMk id="2" creationId="{560DB537-8774-BB7F-EA6D-526163DD07F0}"/>
          </ac:graphicFrameMkLst>
        </pc:graphicFrameChg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1515891736" sldId="277"/>
        </pc:sldMkLst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143747158" sldId="278"/>
        </pc:sldMkLst>
      </pc:sldChg>
      <pc:sldChg chg="modSp add mod">
        <pc:chgData name="Ezekiel BFSBC" userId="dca3937b157b5f79" providerId="LiveId" clId="{A2227EBE-28D9-4564-9F61-62CD46DDB8A2}" dt="2025-07-10T07:34:38.864" v="103" actId="403"/>
        <pc:sldMkLst>
          <pc:docMk/>
          <pc:sldMk cId="2033459868" sldId="278"/>
        </pc:sldMkLst>
        <pc:graphicFrameChg chg="mod modGraphic">
          <ac:chgData name="Ezekiel BFSBC" userId="dca3937b157b5f79" providerId="LiveId" clId="{A2227EBE-28D9-4564-9F61-62CD46DDB8A2}" dt="2025-07-10T07:34:38.864" v="103" actId="403"/>
          <ac:graphicFrameMkLst>
            <pc:docMk/>
            <pc:sldMk cId="2033459868" sldId="278"/>
            <ac:graphicFrameMk id="2" creationId="{909CF5E7-DC93-EC8B-36C8-3370EC507AB9}"/>
          </ac:graphicFrameMkLst>
        </pc:graphicFrameChg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130783389" sldId="279"/>
        </pc:sldMkLst>
      </pc:sldChg>
      <pc:sldChg chg="addSp delSp modSp add mod">
        <pc:chgData name="Ezekiel BFSBC" userId="dca3937b157b5f79" providerId="LiveId" clId="{A2227EBE-28D9-4564-9F61-62CD46DDB8A2}" dt="2025-07-10T07:36:58.510" v="140" actId="13926"/>
        <pc:sldMkLst>
          <pc:docMk/>
          <pc:sldMk cId="3069126751" sldId="279"/>
        </pc:sldMkLst>
        <pc:spChg chg="add del mod">
          <ac:chgData name="Ezekiel BFSBC" userId="dca3937b157b5f79" providerId="LiveId" clId="{A2227EBE-28D9-4564-9F61-62CD46DDB8A2}" dt="2025-07-10T07:36:07.393" v="118" actId="478"/>
          <ac:spMkLst>
            <pc:docMk/>
            <pc:sldMk cId="3069126751" sldId="279"/>
            <ac:spMk id="3" creationId="{D1638D75-2A54-35A7-0F4E-1226A43FA367}"/>
          </ac:spMkLst>
        </pc:spChg>
        <pc:spChg chg="add">
          <ac:chgData name="Ezekiel BFSBC" userId="dca3937b157b5f79" providerId="LiveId" clId="{A2227EBE-28D9-4564-9F61-62CD46DDB8A2}" dt="2025-07-10T07:35:37.228" v="107"/>
          <ac:spMkLst>
            <pc:docMk/>
            <pc:sldMk cId="3069126751" sldId="279"/>
            <ac:spMk id="4" creationId="{AB36682B-5D43-2BC1-E36C-96411B77C052}"/>
          </ac:spMkLst>
        </pc:spChg>
        <pc:spChg chg="add">
          <ac:chgData name="Ezekiel BFSBC" userId="dca3937b157b5f79" providerId="LiveId" clId="{A2227EBE-28D9-4564-9F61-62CD46DDB8A2}" dt="2025-07-10T07:35:41.236" v="111"/>
          <ac:spMkLst>
            <pc:docMk/>
            <pc:sldMk cId="3069126751" sldId="279"/>
            <ac:spMk id="5" creationId="{D991BB27-68B8-1791-A829-D487A2BB8DD1}"/>
          </ac:spMkLst>
        </pc:spChg>
        <pc:spChg chg="add del mod">
          <ac:chgData name="Ezekiel BFSBC" userId="dca3937b157b5f79" providerId="LiveId" clId="{A2227EBE-28D9-4564-9F61-62CD46DDB8A2}" dt="2025-07-10T07:36:40.533" v="133" actId="1076"/>
          <ac:spMkLst>
            <pc:docMk/>
            <pc:sldMk cId="3069126751" sldId="279"/>
            <ac:spMk id="6" creationId="{FEA194F7-9CB4-81F0-14FE-17E378911760}"/>
          </ac:spMkLst>
        </pc:spChg>
        <pc:spChg chg="add mod">
          <ac:chgData name="Ezekiel BFSBC" userId="dca3937b157b5f79" providerId="LiveId" clId="{A2227EBE-28D9-4564-9F61-62CD46DDB8A2}" dt="2025-07-10T07:36:58.510" v="140" actId="13926"/>
          <ac:spMkLst>
            <pc:docMk/>
            <pc:sldMk cId="3069126751" sldId="279"/>
            <ac:spMk id="7" creationId="{75F1A024-8F07-DA43-765E-D73867512DDF}"/>
          </ac:spMkLst>
        </pc:spChg>
        <pc:graphicFrameChg chg="del">
          <ac:chgData name="Ezekiel BFSBC" userId="dca3937b157b5f79" providerId="LiveId" clId="{A2227EBE-28D9-4564-9F61-62CD46DDB8A2}" dt="2025-07-10T07:35:29.786" v="105" actId="478"/>
          <ac:graphicFrameMkLst>
            <pc:docMk/>
            <pc:sldMk cId="3069126751" sldId="279"/>
            <ac:graphicFrameMk id="2" creationId="{9793EC2C-17A7-D64E-C26B-5F7F1E95C38B}"/>
          </ac:graphicFrameMkLst>
        </pc:graphicFrameChg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777856786" sldId="280"/>
        </pc:sldMkLst>
      </pc:sldChg>
      <pc:sldChg chg="addSp modSp add mod">
        <pc:chgData name="Ezekiel BFSBC" userId="dca3937b157b5f79" providerId="LiveId" clId="{A2227EBE-28D9-4564-9F61-62CD46DDB8A2}" dt="2025-07-10T07:37:48.268" v="164" actId="12"/>
        <pc:sldMkLst>
          <pc:docMk/>
          <pc:sldMk cId="2714539767" sldId="280"/>
        </pc:sldMkLst>
        <pc:spChg chg="add">
          <ac:chgData name="Ezekiel BFSBC" userId="dca3937b157b5f79" providerId="LiveId" clId="{A2227EBE-28D9-4564-9F61-62CD46DDB8A2}" dt="2025-07-10T07:37:17.206" v="144"/>
          <ac:spMkLst>
            <pc:docMk/>
            <pc:sldMk cId="2714539767" sldId="280"/>
            <ac:spMk id="2" creationId="{64FAD62A-30EC-0F44-019E-809700B6CECC}"/>
          </ac:spMkLst>
        </pc:spChg>
        <pc:spChg chg="add">
          <ac:chgData name="Ezekiel BFSBC" userId="dca3937b157b5f79" providerId="LiveId" clId="{A2227EBE-28D9-4564-9F61-62CD46DDB8A2}" dt="2025-07-10T07:37:19.525" v="145"/>
          <ac:spMkLst>
            <pc:docMk/>
            <pc:sldMk cId="2714539767" sldId="280"/>
            <ac:spMk id="3" creationId="{8C6D9381-76E5-FD28-73EC-A616181157DA}"/>
          </ac:spMkLst>
        </pc:spChg>
        <pc:spChg chg="mod">
          <ac:chgData name="Ezekiel BFSBC" userId="dca3937b157b5f79" providerId="LiveId" clId="{A2227EBE-28D9-4564-9F61-62CD46DDB8A2}" dt="2025-07-10T07:37:48.268" v="164" actId="12"/>
          <ac:spMkLst>
            <pc:docMk/>
            <pc:sldMk cId="2714539767" sldId="280"/>
            <ac:spMk id="6" creationId="{5ED8853F-FB4E-6E86-BEAF-7EBBE25956F7}"/>
          </ac:spMkLst>
        </pc:spChg>
        <pc:spChg chg="mod">
          <ac:chgData name="Ezekiel BFSBC" userId="dca3937b157b5f79" providerId="LiveId" clId="{A2227EBE-28D9-4564-9F61-62CD46DDB8A2}" dt="2025-07-10T07:37:43.901" v="162" actId="20577"/>
          <ac:spMkLst>
            <pc:docMk/>
            <pc:sldMk cId="2714539767" sldId="280"/>
            <ac:spMk id="7" creationId="{ECCEBFA4-5B2E-DFD3-AA08-4FD9D3F986CB}"/>
          </ac:spMkLst>
        </pc:spChg>
      </pc:sldChg>
      <pc:sldChg chg="modSp add mod">
        <pc:chgData name="Ezekiel BFSBC" userId="dca3937b157b5f79" providerId="LiveId" clId="{A2227EBE-28D9-4564-9F61-62CD46DDB8A2}" dt="2025-07-10T07:39:08.085" v="185" actId="1076"/>
        <pc:sldMkLst>
          <pc:docMk/>
          <pc:sldMk cId="2220308102" sldId="281"/>
        </pc:sldMkLst>
        <pc:spChg chg="mod">
          <ac:chgData name="Ezekiel BFSBC" userId="dca3937b157b5f79" providerId="LiveId" clId="{A2227EBE-28D9-4564-9F61-62CD46DDB8A2}" dt="2025-07-10T07:38:57.609" v="184" actId="14"/>
          <ac:spMkLst>
            <pc:docMk/>
            <pc:sldMk cId="2220308102" sldId="281"/>
            <ac:spMk id="6" creationId="{91DAAB38-6455-F37E-A8FD-E3CEA30D6B03}"/>
          </ac:spMkLst>
        </pc:spChg>
        <pc:spChg chg="mod">
          <ac:chgData name="Ezekiel BFSBC" userId="dca3937b157b5f79" providerId="LiveId" clId="{A2227EBE-28D9-4564-9F61-62CD46DDB8A2}" dt="2025-07-10T07:39:08.085" v="185" actId="1076"/>
          <ac:spMkLst>
            <pc:docMk/>
            <pc:sldMk cId="2220308102" sldId="281"/>
            <ac:spMk id="7" creationId="{8C9929E1-3EAB-6CF5-7603-5D6E2826D0E5}"/>
          </ac:spMkLst>
        </pc:spChg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4232452096" sldId="281"/>
        </pc:sldMkLst>
      </pc:sldChg>
      <pc:sldChg chg="modSp add mod">
        <pc:chgData name="Ezekiel BFSBC" userId="dca3937b157b5f79" providerId="LiveId" clId="{A2227EBE-28D9-4564-9F61-62CD46DDB8A2}" dt="2025-07-10T10:50:11.804" v="209" actId="20577"/>
        <pc:sldMkLst>
          <pc:docMk/>
          <pc:sldMk cId="1759503631" sldId="282"/>
        </pc:sldMkLst>
        <pc:spChg chg="mod">
          <ac:chgData name="Ezekiel BFSBC" userId="dca3937b157b5f79" providerId="LiveId" clId="{A2227EBE-28D9-4564-9F61-62CD46DDB8A2}" dt="2025-07-10T10:49:43.743" v="206" actId="15"/>
          <ac:spMkLst>
            <pc:docMk/>
            <pc:sldMk cId="1759503631" sldId="282"/>
            <ac:spMk id="6" creationId="{49F80D5E-3074-9FC2-3F11-47318C1FFFDB}"/>
          </ac:spMkLst>
        </pc:spChg>
        <pc:spChg chg="mod">
          <ac:chgData name="Ezekiel BFSBC" userId="dca3937b157b5f79" providerId="LiveId" clId="{A2227EBE-28D9-4564-9F61-62CD46DDB8A2}" dt="2025-07-10T10:50:11.804" v="209" actId="20577"/>
          <ac:spMkLst>
            <pc:docMk/>
            <pc:sldMk cId="1759503631" sldId="282"/>
            <ac:spMk id="7" creationId="{947AD11F-4916-01E2-1662-AFC1841AB8F9}"/>
          </ac:spMkLst>
        </pc:spChg>
      </pc:sldChg>
      <pc:sldChg chg="del">
        <pc:chgData name="Ezekiel BFSBC" userId="dca3937b157b5f79" providerId="LiveId" clId="{A2227EBE-28D9-4564-9F61-62CD46DDB8A2}" dt="2025-07-10T07:30:05.050" v="30" actId="47"/>
        <pc:sldMkLst>
          <pc:docMk/>
          <pc:sldMk cId="2689464585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tx1"/>
                </a:solidFill>
                <a:latin typeface="Aptos Narrow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77502" y="1742782"/>
            <a:ext cx="1103699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solidFill>
                  <a:schemeClr val="accent4"/>
                </a:solidFill>
                <a:latin typeface="Montserrat Bold" panose="00000800000000000000" pitchFamily="2" charset="0"/>
              </a:rPr>
              <a:t>IRREGULAR</a:t>
            </a:r>
            <a:endParaRPr lang="en-IN" sz="13800" dirty="0">
              <a:solidFill>
                <a:schemeClr val="accent4"/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4326033" y="3958773"/>
            <a:ext cx="31406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Signatie" panose="02000500000000000000" pitchFamily="2" charset="0"/>
              </a:rPr>
              <a:t>Verbs</a:t>
            </a:r>
            <a:endParaRPr lang="en-IN" sz="8800" dirty="0">
              <a:solidFill>
                <a:schemeClr val="bg1"/>
              </a:solidFill>
              <a:latin typeface="Signatie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8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87670A-CC76-7873-D357-82B3D1DA4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99213"/>
              </p:ext>
            </p:extLst>
          </p:nvPr>
        </p:nvGraphicFramePr>
        <p:xfrm>
          <a:off x="610347" y="137009"/>
          <a:ext cx="10971306" cy="63323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57102">
                  <a:extLst>
                    <a:ext uri="{9D8B030D-6E8A-4147-A177-3AD203B41FA5}">
                      <a16:colId xmlns:a16="http://schemas.microsoft.com/office/drawing/2014/main" val="2424474096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3417275077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702797361"/>
                    </a:ext>
                  </a:extLst>
                </a:gridCol>
              </a:tblGrid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Base Form (V1)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Simple Past (V2)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Past Participle (V3)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4028659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Was/Were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425631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Become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Became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Become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4439300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Begin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Began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Begun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7611205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Break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Broke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Broken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025762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Bring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Brought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Brought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62675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Build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Built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Built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6527925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Buy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Bought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Bought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02023441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Catch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Caught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Caught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776444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Choose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Chose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Chosen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19494547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Come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Came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Come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4485352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Cost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Cost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Cost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04569222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Cut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Cut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Cut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2571277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Do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Did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Done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31778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73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B0C0-CC9B-08BC-A1AD-ADCEFC31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3A510A-4C37-ADA5-4FE7-239A5AFD6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096263"/>
              </p:ext>
            </p:extLst>
          </p:nvPr>
        </p:nvGraphicFramePr>
        <p:xfrm>
          <a:off x="610347" y="137009"/>
          <a:ext cx="10971306" cy="63323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57102">
                  <a:extLst>
                    <a:ext uri="{9D8B030D-6E8A-4147-A177-3AD203B41FA5}">
                      <a16:colId xmlns:a16="http://schemas.microsoft.com/office/drawing/2014/main" val="2424474096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3417275077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702797361"/>
                    </a:ext>
                  </a:extLst>
                </a:gridCol>
              </a:tblGrid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Base Form (V1)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Simple Past (V2)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Past Participle (V3)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4028659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Drink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Drank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Drunk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425631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Drive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Drove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Driven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4439300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Eat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Eaten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7611205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Fall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Fell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Fallen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025762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Feel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Felt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Felt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62675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Find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Found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Found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6527925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Fly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Flew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Flown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02023441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Forget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Forgot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Forgotten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776444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Got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Got/Gotten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19494547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Give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Gave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Given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4485352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Go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Went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Gone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04569222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Have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Had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Had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2571277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Hear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Heard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Heard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31778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03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E12A-6097-C4B8-9CF1-13F1ECFA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0DB537-8774-BB7F-EA6D-526163DD0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284566"/>
              </p:ext>
            </p:extLst>
          </p:nvPr>
        </p:nvGraphicFramePr>
        <p:xfrm>
          <a:off x="610347" y="137009"/>
          <a:ext cx="10971306" cy="63323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57102">
                  <a:extLst>
                    <a:ext uri="{9D8B030D-6E8A-4147-A177-3AD203B41FA5}">
                      <a16:colId xmlns:a16="http://schemas.microsoft.com/office/drawing/2014/main" val="2424474096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3417275077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702797361"/>
                    </a:ext>
                  </a:extLst>
                </a:gridCol>
              </a:tblGrid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Base Form (V1)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Simple Past (V2)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Past Participle (V3)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4028659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Leave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Left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Left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425631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Let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4439300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Lose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Lost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Lost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7611205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Make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Made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Made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025762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Meet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Met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Met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62675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Paid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Paid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6527925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Put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Put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Put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02023441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Read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Read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Read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776444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Ride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Rode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Ridden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19494547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Run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Ran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Run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4485352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Say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Said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Said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04569222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See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Saw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Seen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2571277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Sell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Sold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Sold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31778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57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7AF1-3487-406C-FC4E-7EF6CAE0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CF5E7-DC93-EC8B-36C8-3370EC507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85086"/>
              </p:ext>
            </p:extLst>
          </p:nvPr>
        </p:nvGraphicFramePr>
        <p:xfrm>
          <a:off x="610347" y="137009"/>
          <a:ext cx="10971306" cy="63323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57102">
                  <a:extLst>
                    <a:ext uri="{9D8B030D-6E8A-4147-A177-3AD203B41FA5}">
                      <a16:colId xmlns:a16="http://schemas.microsoft.com/office/drawing/2014/main" val="2424474096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3417275077"/>
                    </a:ext>
                  </a:extLst>
                </a:gridCol>
                <a:gridCol w="3657102">
                  <a:extLst>
                    <a:ext uri="{9D8B030D-6E8A-4147-A177-3AD203B41FA5}">
                      <a16:colId xmlns:a16="http://schemas.microsoft.com/office/drawing/2014/main" val="702797361"/>
                    </a:ext>
                  </a:extLst>
                </a:gridCol>
              </a:tblGrid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Base Form (V1)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Simple Past (V2)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Past Participle (V3)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4028659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Sit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Sat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Sat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425631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Sleep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Slept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Slept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4439300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Speak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Spoke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Spoken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7611205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Stand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Stood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Stood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025762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Take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Took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Taken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6267544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Teach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Taught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Taught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6527925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Tell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Told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Told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02023441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Think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Thought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Thought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6776444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Understand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Understood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Understood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19494547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Wake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Woke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Woken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44853529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Wear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Worn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04569222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Won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25712773"/>
                  </a:ext>
                </a:extLst>
              </a:tr>
              <a:tr h="3812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Write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Wrote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Latha" panose="020B0604020202020204" pitchFamily="34" charset="0"/>
                        </a:rPr>
                        <a:t>Written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31778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45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0102-EEF9-EF48-A838-E1BAA68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EA194F7-9CB4-81F0-14FE-17E378911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" y="1229903"/>
            <a:ext cx="92381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Yesterday, I _________ (go) to the park.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She _________ (eat) an apple for breakfast.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_________ (see) a movie last night.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 _________ (drink) all the water.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They _________ (buy) a new car.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My mother _________ (make) a delicious cake.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 _________ (write) a letter to my friend.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bird _________ (fly) away.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She _________ (give) me a present.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_________ (have) a great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1A024-8F07-DA43-765E-D73867512DDF}"/>
              </a:ext>
            </a:extLst>
          </p:cNvPr>
          <p:cNvSpPr txBox="1"/>
          <p:nvPr/>
        </p:nvSpPr>
        <p:spPr>
          <a:xfrm>
            <a:off x="578224" y="524435"/>
            <a:ext cx="664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800000"/>
                </a:highlight>
              </a:rPr>
              <a:t>Exercise Type 1: Fill in the Blanks (Simple Past - V2)</a:t>
            </a:r>
            <a:endParaRPr lang="en-US" sz="24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6912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0473-DE7A-911E-18DA-200C1E1C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5ED8853F-FB4E-6E86-BEAF-7EBBE2595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128" y="970235"/>
            <a:ext cx="923813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 have _________ (see) that movie before.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She has _________ (eat) all the cookies.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They have _________ (go) to Mumbai.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have _________ (write) many stories.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 has never _________ (drink) coffee.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cat has _________ (sleep) all day.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Have you ever _________ (break) a bone?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They have _________ (do) their homework.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She has _________ (begin) a new book.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have _________ (know) each other for years.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EBFA4-5B2E-DFD3-AA08-4FD9D3F986CB}"/>
              </a:ext>
            </a:extLst>
          </p:cNvPr>
          <p:cNvSpPr txBox="1"/>
          <p:nvPr/>
        </p:nvSpPr>
        <p:spPr>
          <a:xfrm>
            <a:off x="578224" y="524435"/>
            <a:ext cx="664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800000"/>
                </a:highlight>
              </a:rPr>
              <a:t>Exercise Type 1: Fill in the Blanks (Simple Past – V3)</a:t>
            </a:r>
            <a:endParaRPr lang="en-US" sz="24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1453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4545-E74D-8E2E-863F-466AA618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1DAAB38-6455-F37E-A8FD-E3CEA30D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128" y="1462678"/>
            <a:ext cx="92381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 go to school every day.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 _________ to school yesterday.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She eats an apple.-&gt; 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She _________ an apple.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They see their friends.-&gt; 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They _________ their friends.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 drink milk.-&gt; We _________ milk.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 buys new clothes.-&gt; He _________ new clothes.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929E1-3EAB-6CF5-7603-5D6E2826D0E5}"/>
              </a:ext>
            </a:extLst>
          </p:cNvPr>
          <p:cNvSpPr txBox="1"/>
          <p:nvPr/>
        </p:nvSpPr>
        <p:spPr>
          <a:xfrm>
            <a:off x="564777" y="739588"/>
            <a:ext cx="664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800000"/>
                </a:highlight>
              </a:rPr>
              <a:t>Exercise Type 3: Change the Sentence (Simple Past)</a:t>
            </a:r>
            <a:endParaRPr lang="en-US" sz="24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030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0997-5FFD-515B-9A43-08F2394E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49F80D5E-3074-9FC2-3F11-47318C1FF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128" y="1216457"/>
            <a:ext cx="92381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Break (V2: broke)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 I broke my pen.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Speak (V2: spoke)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Your sentence: ____________________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Find (V2: found)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Your sentence: ____________________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Run (V2: ran)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Your sentence: ____________________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Teach (V2: taught)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Your sentence: ____________________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AD11F-4916-01E2-1662-AFC1841AB8F9}"/>
              </a:ext>
            </a:extLst>
          </p:cNvPr>
          <p:cNvSpPr txBox="1"/>
          <p:nvPr/>
        </p:nvSpPr>
        <p:spPr>
          <a:xfrm>
            <a:off x="564777" y="739588"/>
            <a:ext cx="4595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solidFill>
                  <a:schemeClr val="bg1"/>
                </a:solidFill>
                <a:highlight>
                  <a:srgbClr val="800000"/>
                </a:highlight>
              </a:rPr>
              <a:t>Exercise</a:t>
            </a:r>
            <a:r>
              <a:rPr lang="fr-FR" sz="2400" b="1" dirty="0">
                <a:solidFill>
                  <a:schemeClr val="bg1"/>
                </a:solidFill>
                <a:highlight>
                  <a:srgbClr val="800000"/>
                </a:highlight>
              </a:rPr>
              <a:t> Type 4: Sentence </a:t>
            </a:r>
            <a:r>
              <a:rPr lang="fr-FR" sz="2400" b="1" dirty="0" err="1">
                <a:solidFill>
                  <a:schemeClr val="bg1"/>
                </a:solidFill>
                <a:highlight>
                  <a:srgbClr val="800000"/>
                </a:highlight>
              </a:rPr>
              <a:t>Creation</a:t>
            </a:r>
            <a:endParaRPr lang="en-US" sz="24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9503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567</Words>
  <Application>Microsoft Office PowerPoint</Application>
  <PresentationFormat>Widescreen</PresentationFormat>
  <Paragraphs>215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Aharoni</vt:lpstr>
      <vt:lpstr>Aptos</vt:lpstr>
      <vt:lpstr>Aptos Narrow</vt:lpstr>
      <vt:lpstr>Arial</vt:lpstr>
      <vt:lpstr>Calibri</vt:lpstr>
      <vt:lpstr>Calibri Light</vt:lpstr>
      <vt:lpstr>Montserrat Bold</vt:lpstr>
      <vt:lpstr>Signatie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Ezekiel BFSBC</cp:lastModifiedBy>
  <cp:revision>53</cp:revision>
  <dcterms:created xsi:type="dcterms:W3CDTF">2024-01-28T15:20:08Z</dcterms:created>
  <dcterms:modified xsi:type="dcterms:W3CDTF">2025-07-10T10:50:15Z</dcterms:modified>
</cp:coreProperties>
</file>