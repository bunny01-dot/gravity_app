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1223" y="1868835"/>
            <a:ext cx="272155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05613" y="2569815"/>
            <a:ext cx="19326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Introduce Nouns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1156" y="3087886"/>
            <a:ext cx="1521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Grammar • Class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"determiner" and understand its role in sentences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five main types of determiners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determiners correctly before nouns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recognizing and applying determiners in context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54734"/>
            <a:ext cx="7924800" cy="9599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Determiner?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determiner is a word that comes </a:t>
            </a:r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noun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introduce or limit it.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609600" y="1625947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ideas like </a:t>
            </a:r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specificity, quantity,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possession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876300" y="238333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67280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book • my car • two apples • some water • the school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9191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623667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Main Types of Determiners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52475" y="144006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2669381" y="144006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an, the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52475" y="2014538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Demonstratives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2669381" y="2014538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this, that, these, those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52475" y="2589014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Possessives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669381" y="2589014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my, your, his, her, its, our, their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52475" y="316349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Quantifiers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2669381" y="316349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some, many, few, much, any, all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52475" y="3737967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2669381" y="3737967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one, two, three, first, second, third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(a, an, the)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Indefinite articles: a, an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for general, non-specific nouns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boy • an apple • a teacher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5235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Definite article: the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for specific or known nouns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8023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• the sun • the school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/ These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near the speaker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car • these shoes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5235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/ Those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far from the speaker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8023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house • those trees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97994"/>
            <a:ext cx="7924800" cy="64918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Possessive Determiners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come before a noun: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book • your pen • his bag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phone • its color • our classroom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school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76300" y="3226594"/>
            <a:ext cx="757809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possessive determiners before nouns, not alone.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Quantifiers: Countable Nouns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people • few pencils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books • a few ideas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• any apples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Quantifiers: Uncountable Nouns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water • a little sugar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time • some milk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cheese • a lot of information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as Determiners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Cardinal numbers: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 exact amounts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dogs • two ideas • five pencils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5235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Ordinal numbers: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order or position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8023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lesson • second row • third place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and Combination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Determiners come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adjectives and noun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red balloons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5235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Usually only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main determiner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noun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8023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my book • ✗ my the book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my two brothers • ✓ some three students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Correct Determiner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apple a day keeps ___ doctor away.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saw ___ boy standing near ___ gate.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has ___ friends in ___ school.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pen is mine, and ___ one is yours.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___ milk in ___ fridge.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 to Avoid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My the friend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My friend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These book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This book / These books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He has much friends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He has many friends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 water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Some water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2603" y="1213693"/>
            <a:ext cx="349879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775371" y="1929854"/>
            <a:ext cx="5898059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Determiners come before nouns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main types: Articles, Demonstratives, Possessives, Quantifiers, Numbers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based on specificity, quantity, or ownership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"many" for countable, "much" for uncountable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only one main determiner per noun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5718" y="1872704"/>
            <a:ext cx="325241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and Apply!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70153" y="2512665"/>
            <a:ext cx="40035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sentences using each type of determiner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227860" y="3084165"/>
            <a:ext cx="6881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2025-12-18T05:06:40Z</dcterms:created>
  <dcterms:modified xsi:type="dcterms:W3CDTF">2025-12-18T05:06:40Z</dcterms:modified>
</cp:coreProperties>
</file>