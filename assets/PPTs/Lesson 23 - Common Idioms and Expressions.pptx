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532" y="1815554"/>
            <a:ext cx="7514787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Idioms and Expressions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854634" y="2516535"/>
            <a:ext cx="343473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Figurative English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99005" y="3141315"/>
            <a:ext cx="23459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Vocabulary • Idioms &amp; Phrases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02147"/>
            <a:ext cx="7924800" cy="12281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Idiom?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249561"/>
            <a:ext cx="8083296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</a:t>
            </a:r>
            <a:pPr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</a:t>
            </a:r>
            <a:pPr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group of words whose meaning is different from the meanings of individual words.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876300" y="1930747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6300" y="2220218"/>
            <a:ext cx="75780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"It's raining cats and dogs" means "it's raining very heavily"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76300" y="2509689"/>
            <a:ext cx="7578090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 that animals are falling from the sky!)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Learn Idioms?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761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speakers use idioms frequently in everyday conversations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Idioms appear in movies, songs, and literature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idioms helps you sound more natural and fluent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understanding of real-life English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Conversation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piece of cake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very easy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 was a piece of cake.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leg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good luck (before performance)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 leg in your presentation!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weather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feeling slightly ill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feeling under the weather today.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and Frequency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in a blue moon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very rarely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eat out once in a blue moon.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long run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over a long period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long run, daily practice helps.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clock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all day and night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worked around the clock.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and Value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 arm and a leg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very expensive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phone costs an arm and a leg.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its weight in gold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extremely valuable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friend is worth their weight in gold.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shoestring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with very little money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travelled on a shoestring budget.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Feelings and Personality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of gold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very kind and generous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teacher has a heart of gold.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in the clouds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daydreaming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always has his head in the clouds.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couch potato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very lazy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holidays, he becomes a couch potato.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and Effort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hot water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in trouble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was in hot water for missing the deadline.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same boat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same difficult situation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all in the same boat before exams.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 in the towel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give up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throw in the towel; keep trying!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and Opinion Idioms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207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eye to eye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completely agree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finally saw eye to eye on the project.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same page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think the same way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make sure we're on the same page.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along with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agree to an idea
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go along with your suggestion.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Everyday Expressions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561"/>
            <a:ext cx="7620000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"Sounds good."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 agree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just looking."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in a shop, don't need help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"Could you give me a hand?"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please help 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didn't catch that."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please repeat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problem!"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happy to help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76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00238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474714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049191"/>
            <a:ext cx="7924800" cy="460177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Idiom to Its Meaning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52475" y="1440061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piece of cake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436144" y="1440061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Very expensive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52475" y="2014538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Under the weather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3436144" y="2014538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Very kind and generous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52475" y="2589014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Cost an arm and a leg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3436144" y="2589014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Very easy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752475" y="3163491"/>
            <a:ext cx="2737342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Heart of gold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3436144" y="3163491"/>
            <a:ext cx="5083635" cy="23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24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Feeling a little ill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09600" y="3852267"/>
            <a:ext cx="8083296" cy="19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2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Answers: 1–c, 2–d, 3–a, 4–b</a:t>
            </a:r>
            <a:endParaRPr lang="en-US" sz="10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the Blanks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561"/>
            <a:ext cx="8083296" cy="20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bank:</a:t>
            </a:r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piece of cake • break a leg • in hot water • once in a blue moon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914400" y="1604665"/>
            <a:ext cx="7620000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maths problem was a ______; I finished it quickly.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studies hard. Good luck, ______!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______ for coming home so late.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to the beach ______ because it's far away.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Own Sentences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37560" y="2629644"/>
            <a:ext cx="3068732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any </a:t>
            </a:r>
            <a:pPr algn="ctr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idioms</a:t>
            </a:r>
            <a:pPr algn="ct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today's lesson.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1844373" y="3006030"/>
            <a:ext cx="5455253" cy="22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</a:t>
            </a:r>
            <a:pPr algn="ctr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pPr algn="ctr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each idiom showing the correct meaning in context.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2603" y="1213693"/>
            <a:ext cx="3498794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 Summary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99097" y="1929854"/>
            <a:ext cx="4850457" cy="199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Idioms are fixed expressions with figurative meanings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Meanings differ from the literal words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categories: time, money, feelings, difficulty, agreement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speakers use idioms in everyday speech</a:t>
            </a:r>
            <a:endParaRPr lang="en-US" sz="1350" dirty="0"/>
          </a:p>
          <a:p>
            <a:pPr algn="l"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helps you understand and use them naturally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04202" y="1872704"/>
            <a:ext cx="2935447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and Use!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919606" y="2512665"/>
            <a:ext cx="33047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idioms in your daily conversations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762883" y="3084165"/>
            <a:ext cx="161808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the next lesson?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2025-12-18T05:08:40Z</dcterms:created>
  <dcterms:modified xsi:type="dcterms:W3CDTF">2025-12-18T05:08:40Z</dcterms:modified>
</cp:coreProperties>
</file>