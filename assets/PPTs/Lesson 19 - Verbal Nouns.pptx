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81885" y="1815554"/>
            <a:ext cx="298023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Nouns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4575" y="2516535"/>
            <a:ext cx="36548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Gerunds, Infinitives, and Participles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97375" y="3141315"/>
            <a:ext cx="21492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Grammar • Parts of Speech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02147"/>
            <a:ext cx="7924800" cy="95994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Verbal Noun?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noun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noun formed from a verb. It has the characteristics of both a verb and a noun.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876300" y="1930747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220218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is fun. (Reading = verb form used as a noun)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verbal nouns and their types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between gerunds, infinitives, and participles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verbal nouns in sentences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verbal nouns correctly in writing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00238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74714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 of Verbal Nouns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52475" y="1440061"/>
            <a:ext cx="234629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Gerunds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3052763" y="1440061"/>
            <a:ext cx="547468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 + -ing (used as noun)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752475" y="2014538"/>
            <a:ext cx="234629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Infinitives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052763" y="2014538"/>
            <a:ext cx="547468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+ verb (noun function)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52475" y="2589014"/>
            <a:ext cx="234629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Participles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3052763" y="2589014"/>
            <a:ext cx="547468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 + -ing or -ed (used as adjective or noun)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Gerunds (Verb + -ing)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verb form ending in -ing that functions as a noun.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my favorite hobby.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enjoys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swimming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pool.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football keeps him fit.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Gerunds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cases: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verbs of liking/disliking: enjoy, like, love, hate, dislike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prepositions: by, in, after, before, while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subject of a sentence: Swimming is healthy.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object of a verb: I enjoy reading.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Infinitives (to + Verb)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base form of a verb preceded by 'to', used as a noun.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read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important for learning.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wants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become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doctor.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hope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visit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India next year.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Infinitives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cases: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certain verbs: want, hope, plan, decide, need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show purpose: I studied to pass the exam.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subject: To learn new skills is rewarding.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adjectives: It is difficult to understand.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225489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 vs. Infinitive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554361"/>
            <a:ext cx="74295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 (subject position):</a:t>
            </a:r>
            <a:pPr indent="0" marL="0">
              <a:lnSpc>
                <a:spcPts val="1680"/>
              </a:lnSpc>
              <a:buNone/>
            </a:pP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books is relaxing.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300" y="2133302"/>
            <a:ext cx="74295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Infinitive (subject position):</a:t>
            </a:r>
            <a:pPr indent="0" marL="0">
              <a:lnSpc>
                <a:spcPts val="1680"/>
              </a:lnSpc>
              <a:buNone/>
            </a:pP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read books is relaxing.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712244"/>
            <a:ext cx="742950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certain verbs:</a:t>
            </a:r>
            <a:pPr indent="0" marL="0">
              <a:lnSpc>
                <a:spcPts val="1680"/>
              </a:lnSpc>
              <a:buNone/>
            </a:pP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enjoy reading. (gerund)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read. (infinitive)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Participles (verb + -ing):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as adjectives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child is happy.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saw an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movie.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575173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Participles (verb + -ed):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as adjectives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940844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chair needs repair.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felt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interested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subject.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Nouns as Objects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prepositions and certain verbs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like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sports.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turn off the lights.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575173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Infinitive: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certain verbs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940844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play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football.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decided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study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medicine.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Verbal Noun 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 after: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enjoy, like, love, hate, stop, finish, consider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Infinitive after: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want, hope, plan, decide, need, agree, seem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possible: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like, love, hate, continue, try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Verbal Noun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enjoys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books. (Type: ________)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help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poor. (Type: ________)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dancing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girl wore a pink dress. (Type: ________)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daily, you improve. (Type: ________)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hope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travel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abroad. (Type: ________)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Sentences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enjoy ________ (play) cricket with my friends.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wants ________ (become) an engineer.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(Learn) new languages is beneficial.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________ (finish) work, we went home.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hopes ________ (visit) his grandparents soon.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2603" y="1213693"/>
            <a:ext cx="349879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825228" y="1929854"/>
            <a:ext cx="5798195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nouns are verb forms used as nouns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types: Gerunds (verb-ing), Infinitives (to+verb), Participles (adjectives)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Gerunds often follow prepositions and certain verbs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Infinitives show purpose and follow certain verbs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verbs accept both gerunds and infinitives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6672" y="1872704"/>
            <a:ext cx="241050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More!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26887" y="2512665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sentences using each type of verbal noun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227860" y="3084165"/>
            <a:ext cx="6881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2025-12-18T05:12:39Z</dcterms:created>
  <dcterms:modified xsi:type="dcterms:W3CDTF">2025-12-18T05:12:39Z</dcterms:modified>
</cp:coreProperties>
</file>