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2" r:id="rId9"/>
    <p:sldId id="266" r:id="rId10"/>
    <p:sldId id="26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05/8/layout/defaul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Future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Future 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Future 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D8EEB297-2B98-49E5-BDA2-8E27EFEA13ED}" type="pres">
      <dgm:prSet presAssocID="{3D82C3A9-595C-4A19-86DB-EDBD292C0B38}" presName="diagram" presStyleCnt="0">
        <dgm:presLayoutVars>
          <dgm:dir/>
          <dgm:resizeHandles val="exact"/>
        </dgm:presLayoutVars>
      </dgm:prSet>
      <dgm:spPr/>
    </dgm:pt>
    <dgm:pt modelId="{028A5683-AFB8-4B8F-B353-FD3437EACB00}" type="pres">
      <dgm:prSet presAssocID="{7B41A859-CB6F-4500-9799-18D43330988A}" presName="node" presStyleLbl="node1" presStyleIdx="0" presStyleCnt="3">
        <dgm:presLayoutVars>
          <dgm:bulletEnabled val="1"/>
        </dgm:presLayoutVars>
      </dgm:prSet>
      <dgm:spPr/>
    </dgm:pt>
    <dgm:pt modelId="{E42F7B42-B851-46DE-AC5F-1FE49A888BE0}" type="pres">
      <dgm:prSet presAssocID="{3DA99E75-0C71-4F1B-AB93-C21EE8369235}" presName="sibTrans" presStyleCnt="0"/>
      <dgm:spPr/>
    </dgm:pt>
    <dgm:pt modelId="{17895E8C-F57A-489A-A821-0986728EB89F}" type="pres">
      <dgm:prSet presAssocID="{33908C94-F8C8-4251-B03B-3E11B28EF148}" presName="node" presStyleLbl="node1" presStyleIdx="1" presStyleCnt="3">
        <dgm:presLayoutVars>
          <dgm:bulletEnabled val="1"/>
        </dgm:presLayoutVars>
      </dgm:prSet>
      <dgm:spPr/>
    </dgm:pt>
    <dgm:pt modelId="{C96FCAAF-ACAB-436D-84C9-3C3E3EC1E0BB}" type="pres">
      <dgm:prSet presAssocID="{62B4B245-25DB-4384-9334-38D452EB8957}" presName="sibTrans" presStyleCnt="0"/>
      <dgm:spPr/>
    </dgm:pt>
    <dgm:pt modelId="{118F3E61-CAE3-4081-8561-CCBB587B4400}" type="pres">
      <dgm:prSet presAssocID="{EEC0278A-9F7C-4400-ABED-06B9409E16CF}" presName="node" presStyleLbl="node1" presStyleIdx="2" presStyleCnt="3">
        <dgm:presLayoutVars>
          <dgm:bulletEnabled val="1"/>
        </dgm:presLayoutVars>
      </dgm:prSet>
      <dgm:spPr/>
    </dgm:pt>
  </dgm:ptLst>
  <dgm:cxnLst>
    <dgm:cxn modelId="{E335540C-D2CE-47D7-B2F7-72CA94EC88A1}" type="presOf" srcId="{EEC0278A-9F7C-4400-ABED-06B9409E16CF}" destId="{118F3E61-CAE3-4081-8561-CCBB587B4400}" srcOrd="0" destOrd="0" presId="urn:microsoft.com/office/officeart/2005/8/layout/default"/>
    <dgm:cxn modelId="{C5C5E735-0208-44D4-BDC6-8D67A7FB0448}" type="presOf" srcId="{3D82C3A9-595C-4A19-86DB-EDBD292C0B38}" destId="{D8EEB297-2B98-49E5-BDA2-8E27EFEA13ED}" srcOrd="0" destOrd="0" presId="urn:microsoft.com/office/officeart/2005/8/layout/defaul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9E4C585E-BD51-4F43-BA2B-7A50BAB4C01F}" type="presOf" srcId="{33908C94-F8C8-4251-B03B-3E11B28EF148}" destId="{17895E8C-F57A-489A-A821-0986728EB89F}" srcOrd="0" destOrd="0" presId="urn:microsoft.com/office/officeart/2005/8/layout/default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71A4A5E6-7F8E-4608-97E0-D22D9EF9263B}" type="presOf" srcId="{7B41A859-CB6F-4500-9799-18D43330988A}" destId="{028A5683-AFB8-4B8F-B353-FD3437EACB00}" srcOrd="0" destOrd="0" presId="urn:microsoft.com/office/officeart/2005/8/layout/default"/>
    <dgm:cxn modelId="{88CF1FE4-71E3-4D48-B842-D66A276F7B7C}" type="presParOf" srcId="{D8EEB297-2B98-49E5-BDA2-8E27EFEA13ED}" destId="{028A5683-AFB8-4B8F-B353-FD3437EACB00}" srcOrd="0" destOrd="0" presId="urn:microsoft.com/office/officeart/2005/8/layout/default"/>
    <dgm:cxn modelId="{4596733D-80E5-4F42-9C38-DEEFF63EB703}" type="presParOf" srcId="{D8EEB297-2B98-49E5-BDA2-8E27EFEA13ED}" destId="{E42F7B42-B851-46DE-AC5F-1FE49A888BE0}" srcOrd="1" destOrd="0" presId="urn:microsoft.com/office/officeart/2005/8/layout/default"/>
    <dgm:cxn modelId="{D6A2DDE2-92CB-445A-812D-28D3A735D5D3}" type="presParOf" srcId="{D8EEB297-2B98-49E5-BDA2-8E27EFEA13ED}" destId="{17895E8C-F57A-489A-A821-0986728EB89F}" srcOrd="2" destOrd="0" presId="urn:microsoft.com/office/officeart/2005/8/layout/default"/>
    <dgm:cxn modelId="{8EC4E318-AFDD-452A-A10A-55D6EBA925C5}" type="presParOf" srcId="{D8EEB297-2B98-49E5-BDA2-8E27EFEA13ED}" destId="{C96FCAAF-ACAB-436D-84C9-3C3E3EC1E0BB}" srcOrd="3" destOrd="0" presId="urn:microsoft.com/office/officeart/2005/8/layout/default"/>
    <dgm:cxn modelId="{25E13604-BB79-4B05-9828-B7585F4AA970}" type="presParOf" srcId="{D8EEB297-2B98-49E5-BDA2-8E27EFEA13ED}" destId="{118F3E61-CAE3-4081-8561-CCBB587B440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microsoft.com/office/officeart/2011/layout/Tab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/>
      <dgm:spPr/>
      <dgm:t>
        <a:bodyPr/>
        <a:lstStyle/>
        <a:p>
          <a:r>
            <a:rPr lang="en-US" dirty="0"/>
            <a:t>Simple Future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33908C94-F8C8-4251-B03B-3E11B28EF148}">
      <dgm:prSet phldrT="[Text]"/>
      <dgm:spPr/>
      <dgm:t>
        <a:bodyPr/>
        <a:lstStyle/>
        <a:p>
          <a:r>
            <a:rPr lang="en-US" dirty="0"/>
            <a:t>Future Continuous</a:t>
          </a:r>
        </a:p>
      </dgm:t>
    </dgm:pt>
    <dgm:pt modelId="{46B8308F-A79B-45A2-A09B-A37A46777F4D}" type="parTrans" cxnId="{5E48A2DF-99D5-4F5A-A9D0-6BF79D0F0C5C}">
      <dgm:prSet/>
      <dgm:spPr/>
      <dgm:t>
        <a:bodyPr/>
        <a:lstStyle/>
        <a:p>
          <a:endParaRPr lang="en-US"/>
        </a:p>
      </dgm:t>
    </dgm:pt>
    <dgm:pt modelId="{62B4B245-25DB-4384-9334-38D452EB8957}" type="sibTrans" cxnId="{5E48A2DF-99D5-4F5A-A9D0-6BF79D0F0C5C}">
      <dgm:prSet/>
      <dgm:spPr/>
      <dgm:t>
        <a:bodyPr/>
        <a:lstStyle/>
        <a:p>
          <a:endParaRPr lang="en-US"/>
        </a:p>
      </dgm:t>
    </dgm:pt>
    <dgm:pt modelId="{EEC0278A-9F7C-4400-ABED-06B9409E16CF}">
      <dgm:prSet phldrT="[Text]"/>
      <dgm:spPr/>
      <dgm:t>
        <a:bodyPr/>
        <a:lstStyle/>
        <a:p>
          <a:r>
            <a:rPr lang="en-US" dirty="0"/>
            <a:t>Future Perfect</a:t>
          </a:r>
        </a:p>
      </dgm:t>
    </dgm:pt>
    <dgm:pt modelId="{E1C9891C-BF60-4DD6-ADEC-D824420E73C9}" type="parTrans" cxnId="{4BC82B53-2AE0-44D2-8FE8-DBA977A4BF21}">
      <dgm:prSet/>
      <dgm:spPr/>
      <dgm:t>
        <a:bodyPr/>
        <a:lstStyle/>
        <a:p>
          <a:endParaRPr lang="en-US"/>
        </a:p>
      </dgm:t>
    </dgm:pt>
    <dgm:pt modelId="{07130BF6-40C5-42EE-8E37-45211148F276}" type="sibTrans" cxnId="{4BC82B53-2AE0-44D2-8FE8-DBA977A4BF21}">
      <dgm:prSet/>
      <dgm:spPr/>
      <dgm:t>
        <a:bodyPr/>
        <a:lstStyle/>
        <a:p>
          <a:endParaRPr lang="en-US"/>
        </a:p>
      </dgm:t>
    </dgm:pt>
    <dgm:pt modelId="{1DC83DD0-E280-4C66-82ED-91E4053F2B21}" type="pres">
      <dgm:prSet presAssocID="{3D82C3A9-595C-4A19-86DB-EDBD292C0B3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566B0C22-C25D-4F0D-8C61-AF809D1B3B7A}" type="pres">
      <dgm:prSet presAssocID="{7B41A859-CB6F-4500-9799-18D43330988A}" presName="composite" presStyleCnt="0"/>
      <dgm:spPr/>
    </dgm:pt>
    <dgm:pt modelId="{234F2547-F0F3-4D06-AF0C-50251BA64502}" type="pres">
      <dgm:prSet presAssocID="{7B41A859-CB6F-4500-9799-18D43330988A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856B9C6-CB6C-4D50-8524-4EF090D9F86F}" type="pres">
      <dgm:prSet presAssocID="{7B41A859-CB6F-4500-9799-18D43330988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0154ACEB-0FCC-4353-823B-E53E9219A109}" type="pres">
      <dgm:prSet presAssocID="{7B41A859-CB6F-4500-9799-18D43330988A}" presName="Accent" presStyleLbl="parChTrans1D1" presStyleIdx="0" presStyleCnt="3"/>
      <dgm:spPr/>
    </dgm:pt>
    <dgm:pt modelId="{6C39E7FB-73C7-465C-ABD2-2E98F879F4DC}" type="pres">
      <dgm:prSet presAssocID="{3DA99E75-0C71-4F1B-AB93-C21EE8369235}" presName="sibTrans" presStyleCnt="0"/>
      <dgm:spPr/>
    </dgm:pt>
    <dgm:pt modelId="{99EB7BF1-26B9-42CD-92B1-01D24C0961D4}" type="pres">
      <dgm:prSet presAssocID="{33908C94-F8C8-4251-B03B-3E11B28EF148}" presName="composite" presStyleCnt="0"/>
      <dgm:spPr/>
    </dgm:pt>
    <dgm:pt modelId="{141AECD2-A082-4D3F-9673-CF7811DE7B8C}" type="pres">
      <dgm:prSet presAssocID="{33908C94-F8C8-4251-B03B-3E11B28EF148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7002D85-7191-41B1-9114-A6862DDB6A09}" type="pres">
      <dgm:prSet presAssocID="{33908C94-F8C8-4251-B03B-3E11B28EF148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F82458F-3F9F-4A83-871C-5C634E4B2874}" type="pres">
      <dgm:prSet presAssocID="{33908C94-F8C8-4251-B03B-3E11B28EF148}" presName="Accent" presStyleLbl="parChTrans1D1" presStyleIdx="1" presStyleCnt="3"/>
      <dgm:spPr/>
    </dgm:pt>
    <dgm:pt modelId="{665E386E-A593-4060-A5C3-45CED3CAC197}" type="pres">
      <dgm:prSet presAssocID="{62B4B245-25DB-4384-9334-38D452EB8957}" presName="sibTrans" presStyleCnt="0"/>
      <dgm:spPr/>
    </dgm:pt>
    <dgm:pt modelId="{ECBD0F0B-F04A-4D4C-BE86-99E33073D364}" type="pres">
      <dgm:prSet presAssocID="{EEC0278A-9F7C-4400-ABED-06B9409E16CF}" presName="composite" presStyleCnt="0"/>
      <dgm:spPr/>
    </dgm:pt>
    <dgm:pt modelId="{E130CC9E-3D81-4C8F-A7AD-7331DFC7888B}" type="pres">
      <dgm:prSet presAssocID="{EEC0278A-9F7C-4400-ABED-06B9409E16CF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8DF8D854-4F17-4B1C-B36B-D78A5314FE1F}" type="pres">
      <dgm:prSet presAssocID="{EEC0278A-9F7C-4400-ABED-06B9409E16CF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343EA60E-4BDF-4F67-B289-380F2911CA0D}" type="pres">
      <dgm:prSet presAssocID="{EEC0278A-9F7C-4400-ABED-06B9409E16CF}" presName="Accent" presStyleLbl="parChTrans1D1" presStyleIdx="2" presStyleCnt="3"/>
      <dgm:spPr/>
    </dgm:pt>
  </dgm:ptLst>
  <dgm:cxnLst>
    <dgm:cxn modelId="{E899722C-EBED-4CAD-99C8-58707B7B4DC8}" type="presOf" srcId="{EEC0278A-9F7C-4400-ABED-06B9409E16CF}" destId="{8DF8D854-4F17-4B1C-B36B-D78A5314FE1F}" srcOrd="0" destOrd="0" presId="urn:microsoft.com/office/officeart/2011/layout/TabList"/>
    <dgm:cxn modelId="{E4D04431-1D96-4D87-9D0E-845B1C7605DE}" type="presOf" srcId="{7B41A859-CB6F-4500-9799-18D43330988A}" destId="{F856B9C6-CB6C-4D50-8524-4EF090D9F86F}" srcOrd="0" destOrd="0" presId="urn:microsoft.com/office/officeart/2011/layout/TabList"/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4BC82B53-2AE0-44D2-8FE8-DBA977A4BF21}" srcId="{3D82C3A9-595C-4A19-86DB-EDBD292C0B38}" destId="{EEC0278A-9F7C-4400-ABED-06B9409E16CF}" srcOrd="2" destOrd="0" parTransId="{E1C9891C-BF60-4DD6-ADEC-D824420E73C9}" sibTransId="{07130BF6-40C5-42EE-8E37-45211148F276}"/>
    <dgm:cxn modelId="{753A7DD6-1F7D-4263-AD0C-F486AE873013}" type="presOf" srcId="{33908C94-F8C8-4251-B03B-3E11B28EF148}" destId="{17002D85-7191-41B1-9114-A6862DDB6A09}" srcOrd="0" destOrd="0" presId="urn:microsoft.com/office/officeart/2011/layout/TabList"/>
    <dgm:cxn modelId="{5E48A2DF-99D5-4F5A-A9D0-6BF79D0F0C5C}" srcId="{3D82C3A9-595C-4A19-86DB-EDBD292C0B38}" destId="{33908C94-F8C8-4251-B03B-3E11B28EF148}" srcOrd="1" destOrd="0" parTransId="{46B8308F-A79B-45A2-A09B-A37A46777F4D}" sibTransId="{62B4B245-25DB-4384-9334-38D452EB8957}"/>
    <dgm:cxn modelId="{BC0A10E9-70F1-4610-8389-907A034A8C4E}" type="presOf" srcId="{3D82C3A9-595C-4A19-86DB-EDBD292C0B38}" destId="{1DC83DD0-E280-4C66-82ED-91E4053F2B21}" srcOrd="0" destOrd="0" presId="urn:microsoft.com/office/officeart/2011/layout/TabList"/>
    <dgm:cxn modelId="{2B026D7A-10DC-4287-876D-04048F9B70EF}" type="presParOf" srcId="{1DC83DD0-E280-4C66-82ED-91E4053F2B21}" destId="{566B0C22-C25D-4F0D-8C61-AF809D1B3B7A}" srcOrd="0" destOrd="0" presId="urn:microsoft.com/office/officeart/2011/layout/TabList"/>
    <dgm:cxn modelId="{649FC77B-6F4B-4354-B598-561645C865C3}" type="presParOf" srcId="{566B0C22-C25D-4F0D-8C61-AF809D1B3B7A}" destId="{234F2547-F0F3-4D06-AF0C-50251BA64502}" srcOrd="0" destOrd="0" presId="urn:microsoft.com/office/officeart/2011/layout/TabList"/>
    <dgm:cxn modelId="{599126D8-5492-4034-8957-8F7FB49CC225}" type="presParOf" srcId="{566B0C22-C25D-4F0D-8C61-AF809D1B3B7A}" destId="{F856B9C6-CB6C-4D50-8524-4EF090D9F86F}" srcOrd="1" destOrd="0" presId="urn:microsoft.com/office/officeart/2011/layout/TabList"/>
    <dgm:cxn modelId="{BEAB1A78-17FE-4DA0-A0A4-FD4788BA0BCE}" type="presParOf" srcId="{566B0C22-C25D-4F0D-8C61-AF809D1B3B7A}" destId="{0154ACEB-0FCC-4353-823B-E53E9219A109}" srcOrd="2" destOrd="0" presId="urn:microsoft.com/office/officeart/2011/layout/TabList"/>
    <dgm:cxn modelId="{641B0EE9-2B33-488A-9023-F2EDB10B18A0}" type="presParOf" srcId="{1DC83DD0-E280-4C66-82ED-91E4053F2B21}" destId="{6C39E7FB-73C7-465C-ABD2-2E98F879F4DC}" srcOrd="1" destOrd="0" presId="urn:microsoft.com/office/officeart/2011/layout/TabList"/>
    <dgm:cxn modelId="{F9B47C3A-BA81-4800-A25F-C863A96BAFFD}" type="presParOf" srcId="{1DC83DD0-E280-4C66-82ED-91E4053F2B21}" destId="{99EB7BF1-26B9-42CD-92B1-01D24C0961D4}" srcOrd="2" destOrd="0" presId="urn:microsoft.com/office/officeart/2011/layout/TabList"/>
    <dgm:cxn modelId="{ACA0D193-1A78-4F2B-A89C-DB9E270E9F05}" type="presParOf" srcId="{99EB7BF1-26B9-42CD-92B1-01D24C0961D4}" destId="{141AECD2-A082-4D3F-9673-CF7811DE7B8C}" srcOrd="0" destOrd="0" presId="urn:microsoft.com/office/officeart/2011/layout/TabList"/>
    <dgm:cxn modelId="{BD5BD705-6B2C-4361-8E8F-B9B273DD0F49}" type="presParOf" srcId="{99EB7BF1-26B9-42CD-92B1-01D24C0961D4}" destId="{17002D85-7191-41B1-9114-A6862DDB6A09}" srcOrd="1" destOrd="0" presId="urn:microsoft.com/office/officeart/2011/layout/TabList"/>
    <dgm:cxn modelId="{E719218E-88F2-49A0-8B1D-37A984617D78}" type="presParOf" srcId="{99EB7BF1-26B9-42CD-92B1-01D24C0961D4}" destId="{FF82458F-3F9F-4A83-871C-5C634E4B2874}" srcOrd="2" destOrd="0" presId="urn:microsoft.com/office/officeart/2011/layout/TabList"/>
    <dgm:cxn modelId="{45AE9F55-4A2B-48E9-ABDB-DA3A1F47355A}" type="presParOf" srcId="{1DC83DD0-E280-4C66-82ED-91E4053F2B21}" destId="{665E386E-A593-4060-A5C3-45CED3CAC197}" srcOrd="3" destOrd="0" presId="urn:microsoft.com/office/officeart/2011/layout/TabList"/>
    <dgm:cxn modelId="{D53F41F7-210C-43E4-879D-D04C367FD730}" type="presParOf" srcId="{1DC83DD0-E280-4C66-82ED-91E4053F2B21}" destId="{ECBD0F0B-F04A-4D4C-BE86-99E33073D364}" srcOrd="4" destOrd="0" presId="urn:microsoft.com/office/officeart/2011/layout/TabList"/>
    <dgm:cxn modelId="{691F57C3-EE7D-4377-91FD-E741D435F91B}" type="presParOf" srcId="{ECBD0F0B-F04A-4D4C-BE86-99E33073D364}" destId="{E130CC9E-3D81-4C8F-A7AD-7331DFC7888B}" srcOrd="0" destOrd="0" presId="urn:microsoft.com/office/officeart/2011/layout/TabList"/>
    <dgm:cxn modelId="{C8625AF9-31F2-439C-90D3-D60F66D06D5A}" type="presParOf" srcId="{ECBD0F0B-F04A-4D4C-BE86-99E33073D364}" destId="{8DF8D854-4F17-4B1C-B36B-D78A5314FE1F}" srcOrd="1" destOrd="0" presId="urn:microsoft.com/office/officeart/2011/layout/TabList"/>
    <dgm:cxn modelId="{F90DAFAC-5014-4606-894C-4B17F51946A7}" type="presParOf" srcId="{ECBD0F0B-F04A-4D4C-BE86-99E33073D364}" destId="{343EA60E-4BDF-4F67-B289-380F2911CA0D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en-US" sz="4800" dirty="0"/>
            <a:t>SIMPLE FUTURE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ScaleX="117990" custLinFactNeighborX="-2654" custLinFactNeighborY="0">
        <dgm:presLayoutVars>
          <dgm:bulletEnabled val="1"/>
        </dgm:presLayoutVars>
      </dgm:prSet>
      <dgm:spPr/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FUTURE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82C3A9-595C-4A19-86DB-EDBD292C0B38}" type="doc">
      <dgm:prSet loTypeId="urn:diagrams.loki3.com/VaryingWidth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B41A859-CB6F-4500-9799-18D43330988A}">
      <dgm:prSet phldrT="[Text]" custT="1"/>
      <dgm:spPr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 spcFirstLastPara="0" vert="horz" wrap="square" lIns="91440" tIns="91440" rIns="91440" bIns="91440" numCol="1" spcCol="1270" anchor="ctr" anchorCtr="0"/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FUTURE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gm:t>
    </dgm:pt>
    <dgm:pt modelId="{CC4383EB-D626-42F1-82C1-C298A0F88955}" type="parTrans" cxnId="{D6CC985C-2E8B-46F5-9C20-C7228815507D}">
      <dgm:prSet/>
      <dgm:spPr/>
      <dgm:t>
        <a:bodyPr/>
        <a:lstStyle/>
        <a:p>
          <a:endParaRPr lang="en-US"/>
        </a:p>
      </dgm:t>
    </dgm:pt>
    <dgm:pt modelId="{3DA99E75-0C71-4F1B-AB93-C21EE8369235}" type="sibTrans" cxnId="{D6CC985C-2E8B-46F5-9C20-C7228815507D}">
      <dgm:prSet/>
      <dgm:spPr/>
      <dgm:t>
        <a:bodyPr/>
        <a:lstStyle/>
        <a:p>
          <a:endParaRPr lang="en-US"/>
        </a:p>
      </dgm:t>
    </dgm:pt>
    <dgm:pt modelId="{CE900F90-0BE6-4F86-A1D3-A0984E115B0C}" type="pres">
      <dgm:prSet presAssocID="{3D82C3A9-595C-4A19-86DB-EDBD292C0B38}" presName="Name0" presStyleCnt="0">
        <dgm:presLayoutVars>
          <dgm:resizeHandles/>
        </dgm:presLayoutVars>
      </dgm:prSet>
      <dgm:spPr/>
    </dgm:pt>
    <dgm:pt modelId="{AEDC30C8-8076-4095-9840-A2C3F101D07F}" type="pres">
      <dgm:prSet presAssocID="{7B41A859-CB6F-4500-9799-18D43330988A}" presName="text" presStyleLbl="node1" presStyleIdx="0" presStyleCnt="1" custScaleX="154518" custLinFactNeighborX="-2654" custLinFactNeighborY="0">
        <dgm:presLayoutVars>
          <dgm:bulletEnabled val="1"/>
        </dgm:presLayoutVars>
      </dgm:prSet>
      <dgm:spPr>
        <a:xfrm>
          <a:off x="21927" y="0"/>
          <a:ext cx="2790000" cy="3852333"/>
        </a:xfrm>
        <a:prstGeom prst="rect">
          <a:avLst/>
        </a:prstGeom>
      </dgm:spPr>
    </dgm:pt>
  </dgm:ptLst>
  <dgm:cxnLst>
    <dgm:cxn modelId="{D6CC985C-2E8B-46F5-9C20-C7228815507D}" srcId="{3D82C3A9-595C-4A19-86DB-EDBD292C0B38}" destId="{7B41A859-CB6F-4500-9799-18D43330988A}" srcOrd="0" destOrd="0" parTransId="{CC4383EB-D626-42F1-82C1-C298A0F88955}" sibTransId="{3DA99E75-0C71-4F1B-AB93-C21EE8369235}"/>
    <dgm:cxn modelId="{6201508F-3D03-452D-BA46-A79FBF91A971}" type="presOf" srcId="{3D82C3A9-595C-4A19-86DB-EDBD292C0B38}" destId="{CE900F90-0BE6-4F86-A1D3-A0984E115B0C}" srcOrd="0" destOrd="0" presId="urn:diagrams.loki3.com/VaryingWidthList"/>
    <dgm:cxn modelId="{B7B6DFAC-78DB-4EA4-839E-738D00F8AB73}" type="presOf" srcId="{7B41A859-CB6F-4500-9799-18D43330988A}" destId="{AEDC30C8-8076-4095-9840-A2C3F101D07F}" srcOrd="0" destOrd="0" presId="urn:diagrams.loki3.com/VaryingWidthList"/>
    <dgm:cxn modelId="{C5C9E8C0-0AFE-4A7D-BFB0-81F1B6BA795B}" type="presParOf" srcId="{CE900F90-0BE6-4F86-A1D3-A0984E115B0C}" destId="{AEDC30C8-8076-4095-9840-A2C3F101D07F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A5683-AFB8-4B8F-B353-FD3437EACB00}">
      <dsp:nvSpPr>
        <dsp:cNvPr id="0" name=""/>
        <dsp:cNvSpPr/>
      </dsp:nvSpPr>
      <dsp:spPr>
        <a:xfrm>
          <a:off x="99510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Simple Future</a:t>
          </a:r>
        </a:p>
      </dsp:txBody>
      <dsp:txXfrm>
        <a:off x="99510" y="988"/>
        <a:ext cx="2961811" cy="1777087"/>
      </dsp:txXfrm>
    </dsp:sp>
    <dsp:sp modelId="{17895E8C-F57A-489A-A821-0986728EB89F}">
      <dsp:nvSpPr>
        <dsp:cNvPr id="0" name=""/>
        <dsp:cNvSpPr/>
      </dsp:nvSpPr>
      <dsp:spPr>
        <a:xfrm>
          <a:off x="3357503" y="988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Future Continuous</a:t>
          </a:r>
        </a:p>
      </dsp:txBody>
      <dsp:txXfrm>
        <a:off x="3357503" y="988"/>
        <a:ext cx="2961811" cy="1777087"/>
      </dsp:txXfrm>
    </dsp:sp>
    <dsp:sp modelId="{118F3E61-CAE3-4081-8561-CCBB587B4400}">
      <dsp:nvSpPr>
        <dsp:cNvPr id="0" name=""/>
        <dsp:cNvSpPr/>
      </dsp:nvSpPr>
      <dsp:spPr>
        <a:xfrm>
          <a:off x="1728507" y="2074257"/>
          <a:ext cx="2961811" cy="1777087"/>
        </a:xfrm>
        <a:prstGeom prst="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Future Perfect</a:t>
          </a:r>
        </a:p>
      </dsp:txBody>
      <dsp:txXfrm>
        <a:off x="1728507" y="2074257"/>
        <a:ext cx="2961811" cy="1777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EA60E-4BDF-4F67-B289-380F2911CA0D}">
      <dsp:nvSpPr>
        <dsp:cNvPr id="0" name=""/>
        <dsp:cNvSpPr/>
      </dsp:nvSpPr>
      <dsp:spPr>
        <a:xfrm>
          <a:off x="0" y="3852203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82458F-3F9F-4A83-871C-5C634E4B2874}">
      <dsp:nvSpPr>
        <dsp:cNvPr id="0" name=""/>
        <dsp:cNvSpPr/>
      </dsp:nvSpPr>
      <dsp:spPr>
        <a:xfrm>
          <a:off x="0" y="2547468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4ACEB-0FCC-4353-823B-E53E9219A109}">
      <dsp:nvSpPr>
        <dsp:cNvPr id="0" name=""/>
        <dsp:cNvSpPr/>
      </dsp:nvSpPr>
      <dsp:spPr>
        <a:xfrm>
          <a:off x="0" y="1242734"/>
          <a:ext cx="6418826" cy="0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F2547-F0F3-4D06-AF0C-50251BA64502}">
      <dsp:nvSpPr>
        <dsp:cNvPr id="0" name=""/>
        <dsp:cNvSpPr/>
      </dsp:nvSpPr>
      <dsp:spPr>
        <a:xfrm>
          <a:off x="1668894" y="129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6B9C6-CB6C-4D50-8524-4EF090D9F86F}">
      <dsp:nvSpPr>
        <dsp:cNvPr id="0" name=""/>
        <dsp:cNvSpPr/>
      </dsp:nvSpPr>
      <dsp:spPr>
        <a:xfrm>
          <a:off x="0" y="129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Simple Future</a:t>
          </a:r>
        </a:p>
      </dsp:txBody>
      <dsp:txXfrm>
        <a:off x="60670" y="60799"/>
        <a:ext cx="1547554" cy="1181934"/>
      </dsp:txXfrm>
    </dsp:sp>
    <dsp:sp modelId="{141AECD2-A082-4D3F-9673-CF7811DE7B8C}">
      <dsp:nvSpPr>
        <dsp:cNvPr id="0" name=""/>
        <dsp:cNvSpPr/>
      </dsp:nvSpPr>
      <dsp:spPr>
        <a:xfrm>
          <a:off x="1668894" y="1304864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02D85-7191-41B1-9114-A6862DDB6A09}">
      <dsp:nvSpPr>
        <dsp:cNvPr id="0" name=""/>
        <dsp:cNvSpPr/>
      </dsp:nvSpPr>
      <dsp:spPr>
        <a:xfrm>
          <a:off x="0" y="1304864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Future Continuous</a:t>
          </a:r>
        </a:p>
      </dsp:txBody>
      <dsp:txXfrm>
        <a:off x="60670" y="1365534"/>
        <a:ext cx="1547554" cy="1181934"/>
      </dsp:txXfrm>
    </dsp:sp>
    <dsp:sp modelId="{E130CC9E-3D81-4C8F-A7AD-7331DFC7888B}">
      <dsp:nvSpPr>
        <dsp:cNvPr id="0" name=""/>
        <dsp:cNvSpPr/>
      </dsp:nvSpPr>
      <dsp:spPr>
        <a:xfrm>
          <a:off x="1668894" y="2609598"/>
          <a:ext cx="4749931" cy="1242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8D854-4F17-4B1C-B36B-D78A5314FE1F}">
      <dsp:nvSpPr>
        <dsp:cNvPr id="0" name=""/>
        <dsp:cNvSpPr/>
      </dsp:nvSpPr>
      <dsp:spPr>
        <a:xfrm>
          <a:off x="0" y="2609598"/>
          <a:ext cx="1668894" cy="12426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Future Perfect</a:t>
          </a:r>
        </a:p>
      </dsp:txBody>
      <dsp:txXfrm>
        <a:off x="60670" y="2670268"/>
        <a:ext cx="1547554" cy="11819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103872" y="0"/>
          <a:ext cx="2654774" cy="3852333"/>
        </a:xfrm>
        <a:prstGeom prst="rect">
          <a:avLst/>
        </a:prstGeom>
        <a:gradFill flip="none" rotWithShape="0">
          <a:gsLst>
            <a:gs pos="0">
              <a:srgbClr val="FFC000">
                <a:shade val="30000"/>
                <a:satMod val="115000"/>
              </a:srgbClr>
            </a:gs>
            <a:gs pos="50000">
              <a:srgbClr val="FFC000">
                <a:shade val="67500"/>
                <a:satMod val="115000"/>
              </a:srgbClr>
            </a:gs>
            <a:gs pos="100000">
              <a:srgbClr val="FFC00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SIMPLE FUTURE</a:t>
          </a:r>
        </a:p>
      </dsp:txBody>
      <dsp:txXfrm>
        <a:off x="103872" y="0"/>
        <a:ext cx="2654774" cy="3852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21927" y="0"/>
          <a:ext cx="2790000" cy="3852333"/>
        </a:xfrm>
        <a:prstGeom prst="rect">
          <a:avLst/>
        </a:prstGeom>
        <a:gradFill flip="none" rotWithShape="0">
          <a:gsLst>
            <a:gs pos="0">
              <a:srgbClr val="92D050">
                <a:shade val="30000"/>
                <a:satMod val="115000"/>
              </a:srgbClr>
            </a:gs>
            <a:gs pos="50000">
              <a:srgbClr val="92D050">
                <a:shade val="67500"/>
                <a:satMod val="115000"/>
              </a:srgbClr>
            </a:gs>
            <a:gs pos="100000">
              <a:srgbClr val="92D05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FUTURE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CONTINUOUS</a:t>
          </a:r>
        </a:p>
      </dsp:txBody>
      <dsp:txXfrm>
        <a:off x="21927" y="0"/>
        <a:ext cx="2790000" cy="38523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C30C8-8076-4095-9840-A2C3F101D07F}">
      <dsp:nvSpPr>
        <dsp:cNvPr id="0" name=""/>
        <dsp:cNvSpPr/>
      </dsp:nvSpPr>
      <dsp:spPr>
        <a:xfrm>
          <a:off x="52540" y="0"/>
          <a:ext cx="2781324" cy="3852333"/>
        </a:xfrm>
        <a:prstGeom prst="rect">
          <a:avLst/>
        </a:prstGeom>
        <a:gradFill flip="none" rotWithShape="0">
          <a:gsLst>
            <a:gs pos="0">
              <a:srgbClr val="00B0F0">
                <a:shade val="30000"/>
                <a:satMod val="115000"/>
              </a:srgbClr>
            </a:gs>
            <a:gs pos="50000">
              <a:srgbClr val="00B0F0">
                <a:shade val="67500"/>
                <a:satMod val="115000"/>
              </a:srgbClr>
            </a:gs>
            <a:gs pos="100000">
              <a:srgbClr val="00B0F0">
                <a:shade val="100000"/>
                <a:satMod val="115000"/>
              </a:srgbClr>
            </a:gs>
          </a:gsLst>
          <a:lin ang="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FUTURE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PERFECT</a:t>
          </a:r>
        </a:p>
      </dsp:txBody>
      <dsp:txXfrm>
        <a:off x="52540" y="0"/>
        <a:ext cx="2781324" cy="3852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>
                <a:solidFill>
                  <a:schemeClr val="bg1"/>
                </a:solidFill>
                <a:latin typeface="Aptos Narrow" panose="020B0004020202020204" pitchFamily="34" charset="0"/>
              </a:rPr>
              <a:t>5</a:t>
            </a:r>
            <a:endParaRPr lang="en-US" sz="9600" b="1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B6E6D-647C-617F-6C5E-1DEE5B586A95}"/>
              </a:ext>
            </a:extLst>
          </p:cNvPr>
          <p:cNvSpPr txBox="1"/>
          <p:nvPr/>
        </p:nvSpPr>
        <p:spPr>
          <a:xfrm>
            <a:off x="1351309" y="1619875"/>
            <a:ext cx="94893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TENSE - </a:t>
            </a:r>
            <a:r>
              <a:rPr lang="en-US" sz="8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2" charset="0"/>
                <a:cs typeface="Aharoni" panose="02010803020104030203" pitchFamily="2" charset="-79"/>
              </a:rPr>
              <a:t>காலம்</a:t>
            </a:r>
            <a:endParaRPr 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 pitchFamily="2" charset="0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4C7EC-5904-B899-7819-FD3D74DC542B}"/>
              </a:ext>
            </a:extLst>
          </p:cNvPr>
          <p:cNvSpPr txBox="1"/>
          <p:nvPr/>
        </p:nvSpPr>
        <p:spPr>
          <a:xfrm>
            <a:off x="1" y="3320088"/>
            <a:ext cx="12192000" cy="1107996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Past | Present | 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F9197-E596-D18B-1C30-D2284606F747}"/>
              </a:ext>
            </a:extLst>
          </p:cNvPr>
          <p:cNvSpPr txBox="1"/>
          <p:nvPr/>
        </p:nvSpPr>
        <p:spPr>
          <a:xfrm>
            <a:off x="1282022" y="4698943"/>
            <a:ext cx="9156674" cy="58477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கடந்தகாலம்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நிகழ்காலம்</a:t>
            </a:r>
            <a:r>
              <a:rPr lang="en-US" sz="3200" dirty="0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 | </a:t>
            </a:r>
            <a:r>
              <a:rPr lang="en-US" sz="3200" dirty="0" err="1">
                <a:solidFill>
                  <a:schemeClr val="bg1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வருங்காலம்</a:t>
            </a:r>
            <a:endParaRPr lang="en-US" sz="3200" dirty="0">
              <a:solidFill>
                <a:schemeClr val="bg1"/>
              </a:solidFill>
              <a:latin typeface="Montserrat Regular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529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1793603"/>
              </p:ext>
            </p:extLst>
          </p:nvPr>
        </p:nvGraphicFramePr>
        <p:xfrm>
          <a:off x="2886587" y="2094271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D1FB77-F3E6-0F56-5F38-78F0BBA26104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00000"/>
                </a:highlight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5767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978300"/>
              </p:ext>
            </p:extLst>
          </p:nvPr>
        </p:nvGraphicFramePr>
        <p:xfrm>
          <a:off x="593764" y="2148862"/>
          <a:ext cx="6418826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E7858282-F430-E6E2-47B8-1E1CE8D97E5A}"/>
              </a:ext>
            </a:extLst>
          </p:cNvPr>
          <p:cNvGrpSpPr/>
          <p:nvPr/>
        </p:nvGrpSpPr>
        <p:grpSpPr>
          <a:xfrm>
            <a:off x="3192348" y="2635253"/>
            <a:ext cx="2738898" cy="265471"/>
            <a:chOff x="5485171" y="2594487"/>
            <a:chExt cx="2738898" cy="265471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5232F9-F488-805A-83D9-7349478BEF01}"/>
                </a:ext>
              </a:extLst>
            </p:cNvPr>
            <p:cNvSpPr/>
            <p:nvPr/>
          </p:nvSpPr>
          <p:spPr>
            <a:xfrm>
              <a:off x="5485171" y="2670072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B6CB811-C8EF-BC11-18B9-515876CCCD8A}"/>
                </a:ext>
              </a:extLst>
            </p:cNvPr>
            <p:cNvSpPr/>
            <p:nvPr/>
          </p:nvSpPr>
          <p:spPr>
            <a:xfrm>
              <a:off x="7958598" y="2594487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7156667" y="2189806"/>
            <a:ext cx="4446818" cy="97647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will go | You will come | He will play | </a:t>
            </a:r>
          </a:p>
          <a:p>
            <a:pPr algn="ctr"/>
            <a:r>
              <a:rPr lang="en-US" dirty="0"/>
              <a:t>They will read | We will watch | It will work | You will write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ECC6AD-7203-18E5-6774-7D2A4146330C}"/>
              </a:ext>
            </a:extLst>
          </p:cNvPr>
          <p:cNvSpPr/>
          <p:nvPr/>
        </p:nvSpPr>
        <p:spPr>
          <a:xfrm>
            <a:off x="7156666" y="3507666"/>
            <a:ext cx="4744821" cy="9912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will be going | You will be coming | He will be playing | They will be reading | We will be watching | It will be working | You will be writing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4E104-168A-6D40-D556-CCA42C7E8385}"/>
              </a:ext>
            </a:extLst>
          </p:cNvPr>
          <p:cNvSpPr/>
          <p:nvPr/>
        </p:nvSpPr>
        <p:spPr>
          <a:xfrm>
            <a:off x="7156667" y="4840332"/>
            <a:ext cx="4441569" cy="10955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will have gone | You will have come | He will have played | They will have read | We will have watched | It will have worked | You will have written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31297-627C-8874-2A13-F93C4CB67B10}"/>
              </a:ext>
            </a:extLst>
          </p:cNvPr>
          <p:cNvSpPr txBox="1"/>
          <p:nvPr/>
        </p:nvSpPr>
        <p:spPr>
          <a:xfrm>
            <a:off x="3147344" y="2252097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Will begin and end shortly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1E92D7-4A91-779A-19F6-EBD0C6FC9D5D}"/>
              </a:ext>
            </a:extLst>
          </p:cNvPr>
          <p:cNvGrpSpPr/>
          <p:nvPr/>
        </p:nvGrpSpPr>
        <p:grpSpPr>
          <a:xfrm>
            <a:off x="2803524" y="3550465"/>
            <a:ext cx="3918453" cy="717562"/>
            <a:chOff x="2803524" y="3550465"/>
            <a:chExt cx="3918453" cy="71756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94ADE34-A89B-D865-142D-89BFB10D4732}"/>
                </a:ext>
              </a:extLst>
            </p:cNvPr>
            <p:cNvGrpSpPr/>
            <p:nvPr/>
          </p:nvGrpSpPr>
          <p:grpSpPr>
            <a:xfrm>
              <a:off x="2803524" y="3921132"/>
              <a:ext cx="3144509" cy="346895"/>
              <a:chOff x="5096347" y="3866541"/>
              <a:chExt cx="3144509" cy="34689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3C1177-5619-4EDD-8122-38467D3479C2}"/>
                  </a:ext>
                </a:extLst>
              </p:cNvPr>
              <p:cNvSpPr/>
              <p:nvPr/>
            </p:nvSpPr>
            <p:spPr>
              <a:xfrm>
                <a:off x="5485171" y="3982836"/>
                <a:ext cx="2324100" cy="114300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25D87D0E-2582-8B3B-8E20-8D3D243C8397}"/>
                  </a:ext>
                </a:extLst>
              </p:cNvPr>
              <p:cNvSpPr/>
              <p:nvPr/>
            </p:nvSpPr>
            <p:spPr>
              <a:xfrm rot="5400000">
                <a:off x="5072424" y="3890464"/>
                <a:ext cx="346894" cy="299047"/>
              </a:xfrm>
              <a:prstGeom prst="triangl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310314D4-AD2B-2AF0-B9A9-AE9EACF570B8}"/>
                  </a:ext>
                </a:extLst>
              </p:cNvPr>
              <p:cNvSpPr/>
              <p:nvPr/>
            </p:nvSpPr>
            <p:spPr>
              <a:xfrm rot="5400000">
                <a:off x="7917886" y="3890465"/>
                <a:ext cx="346894" cy="299047"/>
              </a:xfrm>
              <a:prstGeom prst="triangl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424A73-AE19-B1AD-E1E6-608EB3C9B05C}"/>
                </a:ext>
              </a:extLst>
            </p:cNvPr>
            <p:cNvSpPr txBox="1"/>
            <p:nvPr/>
          </p:nvSpPr>
          <p:spPr>
            <a:xfrm>
              <a:off x="3147344" y="3550465"/>
              <a:ext cx="357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Will begin  and progress for a while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3B8D66-F798-7265-CF44-3EE1CAFB46AF}"/>
              </a:ext>
            </a:extLst>
          </p:cNvPr>
          <p:cNvSpPr txBox="1"/>
          <p:nvPr/>
        </p:nvSpPr>
        <p:spPr>
          <a:xfrm>
            <a:off x="3147344" y="4792458"/>
            <a:ext cx="256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Will Happen in the future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(imaginative completion)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8ADF0-E790-E139-E689-E4F7EE9E9D21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BF30A3-211E-23C3-5FC4-BA16F4DA60DB}"/>
              </a:ext>
            </a:extLst>
          </p:cNvPr>
          <p:cNvGrpSpPr/>
          <p:nvPr/>
        </p:nvGrpSpPr>
        <p:grpSpPr>
          <a:xfrm>
            <a:off x="2818364" y="5516363"/>
            <a:ext cx="3088953" cy="278950"/>
            <a:chOff x="5287415" y="2280936"/>
            <a:chExt cx="5978214" cy="5398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C32AB0C-962C-6851-8157-B88E6EE57AD5}"/>
                </a:ext>
              </a:extLst>
            </p:cNvPr>
            <p:cNvSpPr/>
            <p:nvPr/>
          </p:nvSpPr>
          <p:spPr>
            <a:xfrm>
              <a:off x="10852480" y="2344297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664AC3C-DBA1-CF55-2C5A-928B45A0CFBB}"/>
                </a:ext>
              </a:extLst>
            </p:cNvPr>
            <p:cNvSpPr/>
            <p:nvPr/>
          </p:nvSpPr>
          <p:spPr>
            <a:xfrm>
              <a:off x="5947503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195EF80-E008-D686-258F-E8C0D55906E4}"/>
                </a:ext>
              </a:extLst>
            </p:cNvPr>
            <p:cNvSpPr/>
            <p:nvPr/>
          </p:nvSpPr>
          <p:spPr>
            <a:xfrm>
              <a:off x="8079235" y="2356805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47D2618-D31A-A04E-2074-724E85A83858}"/>
                </a:ext>
              </a:extLst>
            </p:cNvPr>
            <p:cNvSpPr/>
            <p:nvPr/>
          </p:nvSpPr>
          <p:spPr>
            <a:xfrm>
              <a:off x="8724780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294D6A5B-1E76-1C18-66A0-D54FAD277485}"/>
                </a:ext>
              </a:extLst>
            </p:cNvPr>
            <p:cNvSpPr/>
            <p:nvPr/>
          </p:nvSpPr>
          <p:spPr>
            <a:xfrm rot="5400000">
              <a:off x="5250184" y="2318167"/>
              <a:ext cx="539866" cy="465404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677A038-09EE-B079-F4BC-E0F306CEC9DB}"/>
              </a:ext>
            </a:extLst>
          </p:cNvPr>
          <p:cNvSpPr/>
          <p:nvPr/>
        </p:nvSpPr>
        <p:spPr>
          <a:xfrm rot="5400000">
            <a:off x="2812967" y="2647751"/>
            <a:ext cx="278950" cy="240475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0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65541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1A3D7AD-4D4C-848E-FACE-CB09B70B2995}"/>
              </a:ext>
            </a:extLst>
          </p:cNvPr>
          <p:cNvGrpSpPr/>
          <p:nvPr/>
        </p:nvGrpSpPr>
        <p:grpSpPr>
          <a:xfrm>
            <a:off x="3684978" y="2766548"/>
            <a:ext cx="3153696" cy="662452"/>
            <a:chOff x="2777550" y="2252097"/>
            <a:chExt cx="3153696" cy="66245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7858282-F430-E6E2-47B8-1E1CE8D97E5A}"/>
                </a:ext>
              </a:extLst>
            </p:cNvPr>
            <p:cNvGrpSpPr/>
            <p:nvPr/>
          </p:nvGrpSpPr>
          <p:grpSpPr>
            <a:xfrm>
              <a:off x="2777550" y="2649078"/>
              <a:ext cx="3153696" cy="265471"/>
              <a:chOff x="5070373" y="2594487"/>
              <a:chExt cx="3153696" cy="265471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1837CE1-61A2-6E80-60D7-EA32106CDCE8}"/>
                  </a:ext>
                </a:extLst>
              </p:cNvPr>
              <p:cNvSpPr/>
              <p:nvPr/>
            </p:nvSpPr>
            <p:spPr>
              <a:xfrm>
                <a:off x="5070373" y="2594487"/>
                <a:ext cx="265471" cy="26547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A5232F9-F488-805A-83D9-7349478BEF01}"/>
                  </a:ext>
                </a:extLst>
              </p:cNvPr>
              <p:cNvSpPr/>
              <p:nvPr/>
            </p:nvSpPr>
            <p:spPr>
              <a:xfrm>
                <a:off x="5485171" y="2670072"/>
                <a:ext cx="2324100" cy="1143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B6CB811-C8EF-BC11-18B9-515876CCCD8A}"/>
                  </a:ext>
                </a:extLst>
              </p:cNvPr>
              <p:cNvSpPr/>
              <p:nvPr/>
            </p:nvSpPr>
            <p:spPr>
              <a:xfrm>
                <a:off x="7958598" y="2594487"/>
                <a:ext cx="265471" cy="26547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3A31297-627C-8874-2A13-F93C4CB67B10}"/>
                </a:ext>
              </a:extLst>
            </p:cNvPr>
            <p:cNvSpPr txBox="1"/>
            <p:nvPr/>
          </p:nvSpPr>
          <p:spPr>
            <a:xfrm>
              <a:off x="3147344" y="2252097"/>
              <a:ext cx="2731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Will begin and ends shortly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2981948" cy="105087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Will + VERB 1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9983"/>
              </p:ext>
            </p:extLst>
          </p:nvPr>
        </p:nvGraphicFramePr>
        <p:xfrm>
          <a:off x="7586036" y="2222016"/>
          <a:ext cx="3750784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3281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273281">
                  <a:extLst>
                    <a:ext uri="{9D8B030D-6E8A-4147-A177-3AD203B41FA5}">
                      <a16:colId xmlns:a16="http://schemas.microsoft.com/office/drawing/2014/main" val="484408678"/>
                    </a:ext>
                  </a:extLst>
                </a:gridCol>
                <a:gridCol w="120422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824245" y="3629964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B9376-52A0-99DB-1FBD-7418AF12F597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0611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A62D9E-AD13-1E12-A8CA-14BE0CEB6966}"/>
              </a:ext>
            </a:extLst>
          </p:cNvPr>
          <p:cNvSpPr/>
          <p:nvPr/>
        </p:nvSpPr>
        <p:spPr>
          <a:xfrm>
            <a:off x="5157788" y="2443163"/>
            <a:ext cx="5967336" cy="29836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will go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போவேன்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come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வருவாய்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will play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விளையாடுவான்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will read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படிப்பார்கள்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will watch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பார்ப்போம்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will work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செய்யும்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write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எழுதுவாய்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E599C7-055B-F1EC-7109-E2375AD9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76285"/>
              </p:ext>
            </p:extLst>
          </p:nvPr>
        </p:nvGraphicFramePr>
        <p:xfrm>
          <a:off x="1066876" y="1809283"/>
          <a:ext cx="3750784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73281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273281">
                  <a:extLst>
                    <a:ext uri="{9D8B030D-6E8A-4147-A177-3AD203B41FA5}">
                      <a16:colId xmlns:a16="http://schemas.microsoft.com/office/drawing/2014/main" val="3578755156"/>
                    </a:ext>
                  </a:extLst>
                </a:gridCol>
                <a:gridCol w="120422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VERB+(s)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go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B4C8F75-D4C8-C32E-0BAF-241E3F806C8E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98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479348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94263" y="4075028"/>
            <a:ext cx="3220900" cy="1050877"/>
          </a:xfrm>
          <a:prstGeom prst="round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WILL BE VERB+(</a:t>
            </a:r>
            <a:r>
              <a:rPr lang="en-US" sz="2400" b="1" dirty="0" err="1">
                <a:solidFill>
                  <a:schemeClr val="tx1"/>
                </a:solidFill>
              </a:rPr>
              <a:t>ing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589279"/>
              </p:ext>
            </p:extLst>
          </p:nvPr>
        </p:nvGraphicFramePr>
        <p:xfrm>
          <a:off x="7343775" y="2222016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 be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943721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549EED-8F27-8A87-5FA7-C8B7B283C67A}"/>
              </a:ext>
            </a:extLst>
          </p:cNvPr>
          <p:cNvGrpSpPr/>
          <p:nvPr/>
        </p:nvGrpSpPr>
        <p:grpSpPr>
          <a:xfrm>
            <a:off x="3894007" y="3100518"/>
            <a:ext cx="3121156" cy="369333"/>
            <a:chOff x="5204893" y="3866540"/>
            <a:chExt cx="2931531" cy="346894"/>
          </a:xfrm>
          <a:solidFill>
            <a:srgbClr val="92D050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9173CC4-1A63-3782-FE5E-216F7949CA65}"/>
                </a:ext>
              </a:extLst>
            </p:cNvPr>
            <p:cNvSpPr/>
            <p:nvPr/>
          </p:nvSpPr>
          <p:spPr>
            <a:xfrm>
              <a:off x="5204893" y="3907251"/>
              <a:ext cx="265471" cy="2654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549418-76B6-C44F-9FC6-F4C15752DDDD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3BCFBF3B-0CE5-ABCD-2991-C1ECF41B73D2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9E10211-DBA9-DC19-8C32-74E2E414D4A4}"/>
              </a:ext>
            </a:extLst>
          </p:cNvPr>
          <p:cNvSpPr txBox="1"/>
          <p:nvPr/>
        </p:nvSpPr>
        <p:spPr>
          <a:xfrm>
            <a:off x="3722114" y="2708090"/>
            <a:ext cx="348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Will begin  and progress for a while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3B16A6-39C7-4F4B-7741-D0FB5FE9D6A6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5034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4825349" y="3034117"/>
            <a:ext cx="7078940" cy="30454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will be going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போய்கொண்டிருப்பேன்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be coming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வந்துகொண்டிருப்பாய்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will be playing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விளையாடிக்கொண்டிருப்பான்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will be reading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படித்துக்கொண்டிருப்பார்கள்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will be watching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பார்த்துக்கொண்டிருப்போம்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will be working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செய்து</a:t>
            </a:r>
            <a:r>
              <a:rPr lang="en-US" dirty="0"/>
              <a:t> </a:t>
            </a:r>
            <a:r>
              <a:rPr lang="en-US" dirty="0" err="1"/>
              <a:t>கொண்டிருக்கும்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be  writing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எழுதிக்கொண்டிருப்பாய்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1AB1C9-5602-5765-5E3C-93B76FF12588}"/>
              </a:ext>
            </a:extLst>
          </p:cNvPr>
          <p:cNvGrpSpPr/>
          <p:nvPr/>
        </p:nvGrpSpPr>
        <p:grpSpPr>
          <a:xfrm>
            <a:off x="5282006" y="2208259"/>
            <a:ext cx="5779710" cy="668690"/>
            <a:chOff x="5138102" y="3866540"/>
            <a:chExt cx="2998322" cy="346894"/>
          </a:xfrm>
          <a:solidFill>
            <a:srgbClr val="92D050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041366-4B51-868A-E26D-D7CDCD5A00C5}"/>
                </a:ext>
              </a:extLst>
            </p:cNvPr>
            <p:cNvSpPr/>
            <p:nvPr/>
          </p:nvSpPr>
          <p:spPr>
            <a:xfrm>
              <a:off x="5485171" y="3982836"/>
              <a:ext cx="23241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2C5AD19-98BB-54C1-528A-0B72672E7D31}"/>
                </a:ext>
              </a:extLst>
            </p:cNvPr>
            <p:cNvSpPr/>
            <p:nvPr/>
          </p:nvSpPr>
          <p:spPr>
            <a:xfrm rot="5400000">
              <a:off x="7813454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8F288F4F-3053-4702-4CBA-EDD7110FB49E}"/>
                </a:ext>
              </a:extLst>
            </p:cNvPr>
            <p:cNvSpPr/>
            <p:nvPr/>
          </p:nvSpPr>
          <p:spPr>
            <a:xfrm rot="5400000">
              <a:off x="5114179" y="3890463"/>
              <a:ext cx="346894" cy="299047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2E51FAD-DEEF-F804-2342-75B877FC85F2}"/>
              </a:ext>
            </a:extLst>
          </p:cNvPr>
          <p:cNvSpPr txBox="1"/>
          <p:nvPr/>
        </p:nvSpPr>
        <p:spPr>
          <a:xfrm>
            <a:off x="5858465" y="1775753"/>
            <a:ext cx="4497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Will begin and progress for a while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804D57-3362-AC1E-A34E-5A0B8AACF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33095"/>
              </p:ext>
            </p:extLst>
          </p:nvPr>
        </p:nvGraphicFramePr>
        <p:xfrm>
          <a:off x="460451" y="2462064"/>
          <a:ext cx="4254460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4264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44264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365932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 be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+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92D050"/>
                          </a:solidFill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4556DF1-B6C6-AA6C-49AD-85807CFFF255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57829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2247C6A-B487-0ECE-4D1E-9A20FD092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342572"/>
              </p:ext>
            </p:extLst>
          </p:nvPr>
        </p:nvGraphicFramePr>
        <p:xfrm>
          <a:off x="593764" y="2148862"/>
          <a:ext cx="2981949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060A11-164D-D88D-2867-46D05265B29F}"/>
              </a:ext>
            </a:extLst>
          </p:cNvPr>
          <p:cNvSpPr/>
          <p:nvPr/>
        </p:nvSpPr>
        <p:spPr>
          <a:xfrm>
            <a:off x="3786817" y="4075028"/>
            <a:ext cx="3220900" cy="1050877"/>
          </a:xfrm>
          <a:prstGeom prst="round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SUBJECT + WILL + HAVE + VERB 3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514E9DD-2E36-BD31-927F-0104160FB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855061"/>
              </p:ext>
            </p:extLst>
          </p:nvPr>
        </p:nvGraphicFramePr>
        <p:xfrm>
          <a:off x="7298696" y="2222016"/>
          <a:ext cx="4417054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9460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499460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418134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 HAVE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3DDD170-5595-7FCA-FE95-B6EC585FB859}"/>
              </a:ext>
            </a:extLst>
          </p:cNvPr>
          <p:cNvSpPr txBox="1"/>
          <p:nvPr/>
        </p:nvSpPr>
        <p:spPr>
          <a:xfrm>
            <a:off x="4936275" y="3572815"/>
            <a:ext cx="92198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formula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57DBA-2A4E-F950-493E-EE13FFE71A6B}"/>
              </a:ext>
            </a:extLst>
          </p:cNvPr>
          <p:cNvSpPr txBox="1"/>
          <p:nvPr/>
        </p:nvSpPr>
        <p:spPr>
          <a:xfrm>
            <a:off x="3706942" y="2348367"/>
            <a:ext cx="338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Will happen in the future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(Imaginative completion)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FBC46-14E7-FFFF-76DF-0AC126C0F556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984F18-B29E-7478-6435-A7816C6FAE73}"/>
              </a:ext>
            </a:extLst>
          </p:cNvPr>
          <p:cNvGrpSpPr/>
          <p:nvPr/>
        </p:nvGrpSpPr>
        <p:grpSpPr>
          <a:xfrm>
            <a:off x="3786817" y="3160984"/>
            <a:ext cx="3088953" cy="278950"/>
            <a:chOff x="5287415" y="2280936"/>
            <a:chExt cx="5978214" cy="53986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90B44C-D6BA-E7FB-7E79-BD8A956FF078}"/>
                </a:ext>
              </a:extLst>
            </p:cNvPr>
            <p:cNvSpPr/>
            <p:nvPr/>
          </p:nvSpPr>
          <p:spPr>
            <a:xfrm>
              <a:off x="10852480" y="2344297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8C11FD-D25C-0DA9-E22C-0F59CBED0208}"/>
                </a:ext>
              </a:extLst>
            </p:cNvPr>
            <p:cNvSpPr/>
            <p:nvPr/>
          </p:nvSpPr>
          <p:spPr>
            <a:xfrm>
              <a:off x="5947503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C027A4-9676-CE6C-B1C5-6A6AB157FDE5}"/>
                </a:ext>
              </a:extLst>
            </p:cNvPr>
            <p:cNvSpPr/>
            <p:nvPr/>
          </p:nvSpPr>
          <p:spPr>
            <a:xfrm>
              <a:off x="8079235" y="2356805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C364D1-74A8-015A-5E58-153D17805DAB}"/>
                </a:ext>
              </a:extLst>
            </p:cNvPr>
            <p:cNvSpPr/>
            <p:nvPr/>
          </p:nvSpPr>
          <p:spPr>
            <a:xfrm>
              <a:off x="8724780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1EA3CFC-10E5-BCD4-16AB-E52195406EE4}"/>
                </a:ext>
              </a:extLst>
            </p:cNvPr>
            <p:cNvSpPr/>
            <p:nvPr/>
          </p:nvSpPr>
          <p:spPr>
            <a:xfrm rot="5400000">
              <a:off x="5250184" y="2318167"/>
              <a:ext cx="539866" cy="465404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245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42DFCB-22A2-0747-54FE-76BE7B25580E}"/>
              </a:ext>
            </a:extLst>
          </p:cNvPr>
          <p:cNvSpPr/>
          <p:nvPr/>
        </p:nvSpPr>
        <p:spPr>
          <a:xfrm>
            <a:off x="5626192" y="2949198"/>
            <a:ext cx="6004857" cy="299651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I will have gone – </a:t>
            </a:r>
            <a:r>
              <a:rPr lang="en-US" dirty="0" err="1"/>
              <a:t>நான்</a:t>
            </a:r>
            <a:r>
              <a:rPr lang="en-US" dirty="0"/>
              <a:t> </a:t>
            </a:r>
            <a:r>
              <a:rPr lang="en-US" dirty="0" err="1"/>
              <a:t>போய்யிருப்பேன்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have come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வந்திருப்பாய்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He will have played – </a:t>
            </a:r>
            <a:r>
              <a:rPr lang="en-US" dirty="0" err="1"/>
              <a:t>அவன்</a:t>
            </a:r>
            <a:r>
              <a:rPr lang="en-US" dirty="0"/>
              <a:t> </a:t>
            </a:r>
            <a:r>
              <a:rPr lang="en-US" dirty="0" err="1"/>
              <a:t>விளையாடிருப்பபான்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They will have read – </a:t>
            </a:r>
            <a:r>
              <a:rPr lang="en-US" dirty="0" err="1"/>
              <a:t>அவர்கள்</a:t>
            </a:r>
            <a:r>
              <a:rPr lang="en-US" dirty="0"/>
              <a:t> </a:t>
            </a:r>
            <a:r>
              <a:rPr lang="en-US" dirty="0" err="1"/>
              <a:t>படித்திருப்பார்கள்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will have watched  - </a:t>
            </a:r>
            <a:r>
              <a:rPr lang="en-US" dirty="0" err="1"/>
              <a:t>நாங்கள்</a:t>
            </a:r>
            <a:r>
              <a:rPr lang="en-US" dirty="0"/>
              <a:t> </a:t>
            </a:r>
            <a:r>
              <a:rPr lang="en-US" dirty="0" err="1"/>
              <a:t>பார்த்திருப்போம்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will have worked – </a:t>
            </a:r>
            <a:r>
              <a:rPr lang="en-US" dirty="0" err="1"/>
              <a:t>அது</a:t>
            </a:r>
            <a:r>
              <a:rPr lang="en-US" dirty="0"/>
              <a:t> </a:t>
            </a:r>
            <a:r>
              <a:rPr lang="en-US" dirty="0" err="1"/>
              <a:t>வேலை</a:t>
            </a:r>
            <a:r>
              <a:rPr lang="en-US" dirty="0"/>
              <a:t> </a:t>
            </a:r>
            <a:r>
              <a:rPr lang="en-US" dirty="0" err="1"/>
              <a:t>செய்திருக்கும்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will have written – </a:t>
            </a:r>
            <a:r>
              <a:rPr lang="en-US" dirty="0" err="1"/>
              <a:t>நீ</a:t>
            </a:r>
            <a:r>
              <a:rPr lang="en-US" dirty="0"/>
              <a:t> </a:t>
            </a:r>
            <a:r>
              <a:rPr lang="en-US" dirty="0" err="1"/>
              <a:t>எழுதிருப்பாய்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509AD3-A9E2-18F9-0B61-551836074BBE}"/>
              </a:ext>
            </a:extLst>
          </p:cNvPr>
          <p:cNvGrpSpPr/>
          <p:nvPr/>
        </p:nvGrpSpPr>
        <p:grpSpPr>
          <a:xfrm>
            <a:off x="5667777" y="2289311"/>
            <a:ext cx="5867610" cy="539866"/>
            <a:chOff x="5398019" y="2280940"/>
            <a:chExt cx="5867610" cy="53986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903FE5-B1A7-9D5F-DF03-0BD30DAF5167}"/>
                </a:ext>
              </a:extLst>
            </p:cNvPr>
            <p:cNvSpPr/>
            <p:nvPr/>
          </p:nvSpPr>
          <p:spPr>
            <a:xfrm>
              <a:off x="10852480" y="2344297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2FDC72-2140-6698-C396-07F5C44D5AE8}"/>
                </a:ext>
              </a:extLst>
            </p:cNvPr>
            <p:cNvSpPr/>
            <p:nvPr/>
          </p:nvSpPr>
          <p:spPr>
            <a:xfrm>
              <a:off x="5947503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5760DD-C298-2884-0172-63308C95DF57}"/>
                </a:ext>
              </a:extLst>
            </p:cNvPr>
            <p:cNvSpPr/>
            <p:nvPr/>
          </p:nvSpPr>
          <p:spPr>
            <a:xfrm>
              <a:off x="8079235" y="2356805"/>
              <a:ext cx="413149" cy="41314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9C7125-139D-FE0B-8C2D-AE77603141D7}"/>
                </a:ext>
              </a:extLst>
            </p:cNvPr>
            <p:cNvSpPr/>
            <p:nvPr/>
          </p:nvSpPr>
          <p:spPr>
            <a:xfrm>
              <a:off x="8724780" y="2495241"/>
              <a:ext cx="1899337" cy="13627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2E832EB-4DCE-F44D-E46C-081052BE8789}"/>
                </a:ext>
              </a:extLst>
            </p:cNvPr>
            <p:cNvSpPr/>
            <p:nvPr/>
          </p:nvSpPr>
          <p:spPr>
            <a:xfrm rot="5400000">
              <a:off x="5360788" y="2318171"/>
              <a:ext cx="539866" cy="465403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C407A1C-E65E-A83D-A171-CD83876885A2}"/>
              </a:ext>
            </a:extLst>
          </p:cNvPr>
          <p:cNvSpPr txBox="1"/>
          <p:nvPr/>
        </p:nvSpPr>
        <p:spPr>
          <a:xfrm>
            <a:off x="5839135" y="1627154"/>
            <a:ext cx="5432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Will happen in the future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(Imaginative completion)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466551-6DFD-B1FC-7623-F9988FC96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824919"/>
              </p:ext>
            </p:extLst>
          </p:nvPr>
        </p:nvGraphicFramePr>
        <p:xfrm>
          <a:off x="560951" y="2346086"/>
          <a:ext cx="4508611" cy="3617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0541">
                  <a:extLst>
                    <a:ext uri="{9D8B030D-6E8A-4147-A177-3AD203B41FA5}">
                      <a16:colId xmlns:a16="http://schemas.microsoft.com/office/drawing/2014/main" val="2260322098"/>
                    </a:ext>
                  </a:extLst>
                </a:gridCol>
                <a:gridCol w="1530541">
                  <a:extLst>
                    <a:ext uri="{9D8B030D-6E8A-4147-A177-3AD203B41FA5}">
                      <a16:colId xmlns:a16="http://schemas.microsoft.com/office/drawing/2014/main" val="4214644384"/>
                    </a:ext>
                  </a:extLst>
                </a:gridCol>
                <a:gridCol w="1447529">
                  <a:extLst>
                    <a:ext uri="{9D8B030D-6E8A-4147-A177-3AD203B41FA5}">
                      <a16:colId xmlns:a16="http://schemas.microsoft.com/office/drawing/2014/main" val="846895556"/>
                    </a:ext>
                  </a:extLst>
                </a:gridCol>
              </a:tblGrid>
              <a:tr h="40562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WILL HAVE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VERB V3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7404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work</a:t>
                      </a:r>
                      <a:r>
                        <a:rPr lang="en-US" sz="2800" dirty="0">
                          <a:solidFill>
                            <a:srgbClr val="00B0F0"/>
                          </a:solidFill>
                        </a:rPr>
                        <a:t>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5492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48463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You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18074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She, He,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98093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will have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190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50BD81-51C6-966B-C2CF-53B130FB2099}"/>
              </a:ext>
            </a:extLst>
          </p:cNvPr>
          <p:cNvSpPr txBox="1"/>
          <p:nvPr/>
        </p:nvSpPr>
        <p:spPr>
          <a:xfrm>
            <a:off x="1911842" y="827370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22851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075C9-B7C5-847C-8759-CA7091E368A2}"/>
              </a:ext>
            </a:extLst>
          </p:cNvPr>
          <p:cNvSpPr txBox="1"/>
          <p:nvPr/>
        </p:nvSpPr>
        <p:spPr>
          <a:xfrm>
            <a:off x="1911842" y="1177373"/>
            <a:ext cx="83683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Objective type Questions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86819-469D-D947-80AD-B31B76BC031E}"/>
              </a:ext>
            </a:extLst>
          </p:cNvPr>
          <p:cNvSpPr txBox="1"/>
          <p:nvPr/>
        </p:nvSpPr>
        <p:spPr>
          <a:xfrm>
            <a:off x="1669430" y="2078843"/>
            <a:ext cx="88531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Just change the place of auxiliary verb with given subject to make it a question.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26632-0CA6-52DF-9830-FFC31219AB67}"/>
              </a:ext>
            </a:extLst>
          </p:cNvPr>
          <p:cNvSpPr txBox="1"/>
          <p:nvPr/>
        </p:nvSpPr>
        <p:spPr>
          <a:xfrm>
            <a:off x="1669430" y="3679363"/>
            <a:ext cx="88531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will dance – Will I dance? 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will be dancing – Will I be dancing?</a:t>
            </a:r>
          </a:p>
          <a:p>
            <a:pPr algn="ctr"/>
            <a:endParaRPr lang="en-US" sz="3200" dirty="0">
              <a:solidFill>
                <a:prstClr val="white"/>
              </a:solidFill>
              <a:latin typeface="Montserrat Regular" pitchFamily="2" charset="0"/>
              <a:cs typeface="Aharoni" panose="02010803020104030203" pitchFamily="2" charset="-79"/>
            </a:endParaRPr>
          </a:p>
          <a:p>
            <a:pPr algn="ctr"/>
            <a:r>
              <a:rPr lang="en-US" sz="3200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I will have danced – Will I have danced?</a:t>
            </a:r>
            <a:endParaRPr lang="en-US" sz="900" dirty="0"/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F9CDB5C7-2E15-8CEA-FF9B-73A7A3B82755}"/>
              </a:ext>
            </a:extLst>
          </p:cNvPr>
          <p:cNvSpPr/>
          <p:nvPr/>
        </p:nvSpPr>
        <p:spPr>
          <a:xfrm rot="5103886" flipH="1">
            <a:off x="3604892" y="3131695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D3EE2BDB-6D58-C305-5CA8-0DF63090C1F7}"/>
              </a:ext>
            </a:extLst>
          </p:cNvPr>
          <p:cNvSpPr/>
          <p:nvPr/>
        </p:nvSpPr>
        <p:spPr>
          <a:xfrm rot="5103886" flipH="1">
            <a:off x="2880142" y="3999170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AE6ABEEB-D9DD-A900-DBF6-1CAF9176F529}"/>
              </a:ext>
            </a:extLst>
          </p:cNvPr>
          <p:cNvSpPr/>
          <p:nvPr/>
        </p:nvSpPr>
        <p:spPr>
          <a:xfrm rot="5103886" flipH="1">
            <a:off x="2341220" y="5012779"/>
            <a:ext cx="377372" cy="846415"/>
          </a:xfrm>
          <a:prstGeom prst="curvedLeftArrow">
            <a:avLst>
              <a:gd name="adj1" fmla="val 25000"/>
              <a:gd name="adj2" fmla="val 119314"/>
              <a:gd name="adj3" fmla="val 3637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68278-B68E-AD30-D75F-D3C10F6E8E2F}"/>
              </a:ext>
            </a:extLst>
          </p:cNvPr>
          <p:cNvSpPr txBox="1"/>
          <p:nvPr/>
        </p:nvSpPr>
        <p:spPr>
          <a:xfrm>
            <a:off x="8154019" y="6385914"/>
            <a:ext cx="359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* Question mark is important.</a:t>
            </a:r>
            <a:endParaRPr lang="en-US" sz="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935F18-2B30-AF52-7740-FCE757672D24}"/>
              </a:ext>
            </a:extLst>
          </p:cNvPr>
          <p:cNvSpPr txBox="1"/>
          <p:nvPr/>
        </p:nvSpPr>
        <p:spPr>
          <a:xfrm>
            <a:off x="439776" y="3807539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Simple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1E329-3DF9-B8A5-7174-6F61E54C5D76}"/>
              </a:ext>
            </a:extLst>
          </p:cNvPr>
          <p:cNvSpPr txBox="1"/>
          <p:nvPr/>
        </p:nvSpPr>
        <p:spPr>
          <a:xfrm>
            <a:off x="439776" y="4756580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Continuous</a:t>
            </a:r>
            <a:endParaRPr lang="en-US" sz="600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86210-0E22-835F-720F-E39E91F2829C}"/>
              </a:ext>
            </a:extLst>
          </p:cNvPr>
          <p:cNvSpPr txBox="1"/>
          <p:nvPr/>
        </p:nvSpPr>
        <p:spPr>
          <a:xfrm>
            <a:off x="439776" y="5697638"/>
            <a:ext cx="1842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prstClr val="white"/>
                </a:solidFill>
                <a:highlight>
                  <a:srgbClr val="800000"/>
                </a:highlight>
                <a:latin typeface="Montserrat Regular" pitchFamily="2" charset="0"/>
                <a:cs typeface="Aharoni" panose="02010803020104030203" pitchFamily="2" charset="-79"/>
              </a:rPr>
              <a:t>Perfect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9CF04E-6693-A074-89A4-2198D84AE08B}"/>
              </a:ext>
            </a:extLst>
          </p:cNvPr>
          <p:cNvSpPr txBox="1"/>
          <p:nvPr/>
        </p:nvSpPr>
        <p:spPr>
          <a:xfrm>
            <a:off x="1911842" y="405399"/>
            <a:ext cx="8368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Future Tense – </a:t>
            </a:r>
            <a:r>
              <a:rPr lang="en-US" sz="4000" dirty="0" err="1">
                <a:solidFill>
                  <a:prstClr val="white"/>
                </a:solidFill>
                <a:latin typeface="Montserrat Regular" pitchFamily="2" charset="0"/>
                <a:cs typeface="Aharoni" panose="02010803020104030203" pitchFamily="2" charset="-79"/>
              </a:rPr>
              <a:t>வருங்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காலம்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Regular" pitchFamily="2" charset="0"/>
                <a:ea typeface="+mn-ea"/>
                <a:cs typeface="Aharoni" panose="02010803020104030203" pitchFamily="2" charset="-79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778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613</Words>
  <Application>Microsoft Office PowerPoint</Application>
  <PresentationFormat>Widescreen</PresentationFormat>
  <Paragraphs>187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Aharoni</vt:lpstr>
      <vt:lpstr>Aptos Narrow</vt:lpstr>
      <vt:lpstr>Arial</vt:lpstr>
      <vt:lpstr>Calibri</vt:lpstr>
      <vt:lpstr>Calibri Light</vt:lpstr>
      <vt:lpstr>Montserrat Bold</vt:lpstr>
      <vt:lpstr>Montserrat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19</cp:revision>
  <dcterms:created xsi:type="dcterms:W3CDTF">2024-01-28T15:20:08Z</dcterms:created>
  <dcterms:modified xsi:type="dcterms:W3CDTF">2024-04-29T05:47:54Z</dcterms:modified>
</cp:coreProperties>
</file>