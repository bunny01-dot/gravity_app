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228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BD9617-4FC6-44AC-A189-7C2CD7561A8F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813A8F-E5EE-41B0-92E6-EC396DB7994A}">
      <dgm:prSet/>
      <dgm:spPr/>
      <dgm:t>
        <a:bodyPr/>
        <a:lstStyle/>
        <a:p>
          <a:r>
            <a:rPr lang="en-US"/>
            <a:t>Understand</a:t>
          </a:r>
        </a:p>
      </dgm:t>
    </dgm:pt>
    <dgm:pt modelId="{9BEDCE50-5298-4528-AC5F-CD1D9CBEDFBB}" type="parTrans" cxnId="{A83ABB8B-B9FE-4A94-B301-C5F9A892A84F}">
      <dgm:prSet/>
      <dgm:spPr/>
      <dgm:t>
        <a:bodyPr/>
        <a:lstStyle/>
        <a:p>
          <a:endParaRPr lang="en-US"/>
        </a:p>
      </dgm:t>
    </dgm:pt>
    <dgm:pt modelId="{E7459633-DBC2-4315-A974-2BD5F8B81FFD}" type="sibTrans" cxnId="{A83ABB8B-B9FE-4A94-B301-C5F9A892A84F}">
      <dgm:prSet/>
      <dgm:spPr/>
      <dgm:t>
        <a:bodyPr/>
        <a:lstStyle/>
        <a:p>
          <a:endParaRPr lang="en-US"/>
        </a:p>
      </dgm:t>
    </dgm:pt>
    <dgm:pt modelId="{3ABB6CF4-953F-4B36-84B8-25EBA488383D}">
      <dgm:prSet/>
      <dgm:spPr/>
      <dgm:t>
        <a:bodyPr/>
        <a:lstStyle/>
        <a:p>
          <a:r>
            <a:rPr lang="en-US"/>
            <a:t>Understand what a relative pronoun is</a:t>
          </a:r>
        </a:p>
      </dgm:t>
    </dgm:pt>
    <dgm:pt modelId="{9D6FFA51-3635-4752-94AD-FEE961B7BBDA}" type="parTrans" cxnId="{6A52C3ED-FB7F-4DD5-80EA-33E7DD94A187}">
      <dgm:prSet/>
      <dgm:spPr/>
      <dgm:t>
        <a:bodyPr/>
        <a:lstStyle/>
        <a:p>
          <a:endParaRPr lang="en-US"/>
        </a:p>
      </dgm:t>
    </dgm:pt>
    <dgm:pt modelId="{E91EE25B-446D-4D89-959F-338737FA8F3C}" type="sibTrans" cxnId="{6A52C3ED-FB7F-4DD5-80EA-33E7DD94A187}">
      <dgm:prSet/>
      <dgm:spPr/>
      <dgm:t>
        <a:bodyPr/>
        <a:lstStyle/>
        <a:p>
          <a:endParaRPr lang="en-US"/>
        </a:p>
      </dgm:t>
    </dgm:pt>
    <dgm:pt modelId="{95BC73BD-8018-4ABD-8442-8B2226D582B9}">
      <dgm:prSet/>
      <dgm:spPr/>
      <dgm:t>
        <a:bodyPr/>
        <a:lstStyle/>
        <a:p>
          <a:r>
            <a:rPr lang="en-US"/>
            <a:t>Identify</a:t>
          </a:r>
        </a:p>
      </dgm:t>
    </dgm:pt>
    <dgm:pt modelId="{492098DA-5F2C-4E82-A257-5D55BF9798C2}" type="parTrans" cxnId="{ED0042F7-91CF-40BB-BC63-5FD5F0AB2672}">
      <dgm:prSet/>
      <dgm:spPr/>
      <dgm:t>
        <a:bodyPr/>
        <a:lstStyle/>
        <a:p>
          <a:endParaRPr lang="en-US"/>
        </a:p>
      </dgm:t>
    </dgm:pt>
    <dgm:pt modelId="{4D333C5F-8C99-4ACA-9C9E-067FBDC202B0}" type="sibTrans" cxnId="{ED0042F7-91CF-40BB-BC63-5FD5F0AB2672}">
      <dgm:prSet/>
      <dgm:spPr/>
      <dgm:t>
        <a:bodyPr/>
        <a:lstStyle/>
        <a:p>
          <a:endParaRPr lang="en-US"/>
        </a:p>
      </dgm:t>
    </dgm:pt>
    <dgm:pt modelId="{3192765C-19C3-4D3E-9377-2C978A80EBA6}">
      <dgm:prSet/>
      <dgm:spPr/>
      <dgm:t>
        <a:bodyPr/>
        <a:lstStyle/>
        <a:p>
          <a:r>
            <a:rPr lang="en-US"/>
            <a:t>Identify relative pronouns in sentences</a:t>
          </a:r>
        </a:p>
      </dgm:t>
    </dgm:pt>
    <dgm:pt modelId="{63F79ADD-5DA7-4AAF-9BA7-9549D6CBD715}" type="parTrans" cxnId="{F182B8D8-EBD2-41CF-978C-D4EC73182A75}">
      <dgm:prSet/>
      <dgm:spPr/>
      <dgm:t>
        <a:bodyPr/>
        <a:lstStyle/>
        <a:p>
          <a:endParaRPr lang="en-US"/>
        </a:p>
      </dgm:t>
    </dgm:pt>
    <dgm:pt modelId="{1558FCEA-5CF4-4A11-B8B3-55BA26BC164F}" type="sibTrans" cxnId="{F182B8D8-EBD2-41CF-978C-D4EC73182A75}">
      <dgm:prSet/>
      <dgm:spPr/>
      <dgm:t>
        <a:bodyPr/>
        <a:lstStyle/>
        <a:p>
          <a:endParaRPr lang="en-US"/>
        </a:p>
      </dgm:t>
    </dgm:pt>
    <dgm:pt modelId="{4FD26FA1-14BB-4562-A576-96CAE7A76479}">
      <dgm:prSet/>
      <dgm:spPr/>
      <dgm:t>
        <a:bodyPr/>
        <a:lstStyle/>
        <a:p>
          <a:r>
            <a:rPr lang="en-US"/>
            <a:t>Use</a:t>
          </a:r>
        </a:p>
      </dgm:t>
    </dgm:pt>
    <dgm:pt modelId="{49A5F707-FFE6-4AEC-8052-C00869C96986}" type="parTrans" cxnId="{CD054BE9-8B88-461E-8A50-02274BF83D25}">
      <dgm:prSet/>
      <dgm:spPr/>
      <dgm:t>
        <a:bodyPr/>
        <a:lstStyle/>
        <a:p>
          <a:endParaRPr lang="en-US"/>
        </a:p>
      </dgm:t>
    </dgm:pt>
    <dgm:pt modelId="{A6523FA8-E3CF-4F51-80C7-02107567C3B3}" type="sibTrans" cxnId="{CD054BE9-8B88-461E-8A50-02274BF83D25}">
      <dgm:prSet/>
      <dgm:spPr/>
      <dgm:t>
        <a:bodyPr/>
        <a:lstStyle/>
        <a:p>
          <a:endParaRPr lang="en-US"/>
        </a:p>
      </dgm:t>
    </dgm:pt>
    <dgm:pt modelId="{C30DC045-50EB-42B9-8ABD-A56DE391B54C}">
      <dgm:prSet/>
      <dgm:spPr/>
      <dgm:t>
        <a:bodyPr/>
        <a:lstStyle/>
        <a:p>
          <a:r>
            <a:rPr lang="en-US"/>
            <a:t>Use relative pronouns correctly</a:t>
          </a:r>
        </a:p>
      </dgm:t>
    </dgm:pt>
    <dgm:pt modelId="{5E68432D-C874-4727-A794-6BDBFAFC7A4B}" type="parTrans" cxnId="{758F28E2-2EDD-4EA3-94B1-241C4C2AD110}">
      <dgm:prSet/>
      <dgm:spPr/>
      <dgm:t>
        <a:bodyPr/>
        <a:lstStyle/>
        <a:p>
          <a:endParaRPr lang="en-US"/>
        </a:p>
      </dgm:t>
    </dgm:pt>
    <dgm:pt modelId="{F640CFCA-ED4C-4102-BA7A-DA78B1595A1E}" type="sibTrans" cxnId="{758F28E2-2EDD-4EA3-94B1-241C4C2AD110}">
      <dgm:prSet/>
      <dgm:spPr/>
      <dgm:t>
        <a:bodyPr/>
        <a:lstStyle/>
        <a:p>
          <a:endParaRPr lang="en-US"/>
        </a:p>
      </dgm:t>
    </dgm:pt>
    <dgm:pt modelId="{BA9C6086-3246-4485-B74C-E4C1B9124210}">
      <dgm:prSet/>
      <dgm:spPr/>
      <dgm:t>
        <a:bodyPr/>
        <a:lstStyle/>
        <a:p>
          <a:r>
            <a:rPr lang="en-US"/>
            <a:t>Avoid</a:t>
          </a:r>
        </a:p>
      </dgm:t>
    </dgm:pt>
    <dgm:pt modelId="{5CB69320-3F7D-4101-AFF8-AAB6CB4BF6F4}" type="parTrans" cxnId="{D65F2277-EDCB-4BF8-A40B-3BAEF50C1619}">
      <dgm:prSet/>
      <dgm:spPr/>
      <dgm:t>
        <a:bodyPr/>
        <a:lstStyle/>
        <a:p>
          <a:endParaRPr lang="en-US"/>
        </a:p>
      </dgm:t>
    </dgm:pt>
    <dgm:pt modelId="{1B2F229A-BCD3-42D6-A63F-65356F2213F2}" type="sibTrans" cxnId="{D65F2277-EDCB-4BF8-A40B-3BAEF50C1619}">
      <dgm:prSet/>
      <dgm:spPr/>
      <dgm:t>
        <a:bodyPr/>
        <a:lstStyle/>
        <a:p>
          <a:endParaRPr lang="en-US"/>
        </a:p>
      </dgm:t>
    </dgm:pt>
    <dgm:pt modelId="{03A109C2-990C-4139-A9CE-38C5D83DF5ED}">
      <dgm:prSet/>
      <dgm:spPr/>
      <dgm:t>
        <a:bodyPr/>
        <a:lstStyle/>
        <a:p>
          <a:r>
            <a:rPr lang="en-US"/>
            <a:t>Avoid common mistakes</a:t>
          </a:r>
        </a:p>
      </dgm:t>
    </dgm:pt>
    <dgm:pt modelId="{427F22C1-43B4-4891-A3A8-0E7042D3B2D8}" type="parTrans" cxnId="{D2D52513-BD53-4860-9D25-C88430186420}">
      <dgm:prSet/>
      <dgm:spPr/>
      <dgm:t>
        <a:bodyPr/>
        <a:lstStyle/>
        <a:p>
          <a:endParaRPr lang="en-US"/>
        </a:p>
      </dgm:t>
    </dgm:pt>
    <dgm:pt modelId="{D6EAD6D7-B80D-48FB-BF12-960BE45FA263}" type="sibTrans" cxnId="{D2D52513-BD53-4860-9D25-C88430186420}">
      <dgm:prSet/>
      <dgm:spPr/>
      <dgm:t>
        <a:bodyPr/>
        <a:lstStyle/>
        <a:p>
          <a:endParaRPr lang="en-US"/>
        </a:p>
      </dgm:t>
    </dgm:pt>
    <dgm:pt modelId="{DDD5A269-0C7D-4FCE-8101-FBC411CC5106}" type="pres">
      <dgm:prSet presAssocID="{23BD9617-4FC6-44AC-A189-7C2CD7561A8F}" presName="Name0" presStyleCnt="0">
        <dgm:presLayoutVars>
          <dgm:dir/>
          <dgm:animLvl val="lvl"/>
          <dgm:resizeHandles val="exact"/>
        </dgm:presLayoutVars>
      </dgm:prSet>
      <dgm:spPr/>
    </dgm:pt>
    <dgm:pt modelId="{FBF2E3EC-D16F-4312-9717-80178785B905}" type="pres">
      <dgm:prSet presAssocID="{6F813A8F-E5EE-41B0-92E6-EC396DB7994A}" presName="linNode" presStyleCnt="0"/>
      <dgm:spPr/>
    </dgm:pt>
    <dgm:pt modelId="{E03F0256-9947-439D-8347-7FC52D54C9A5}" type="pres">
      <dgm:prSet presAssocID="{6F813A8F-E5EE-41B0-92E6-EC396DB7994A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A3217FCC-F298-47FA-A88B-6E0532EC4A75}" type="pres">
      <dgm:prSet presAssocID="{6F813A8F-E5EE-41B0-92E6-EC396DB7994A}" presName="descendantText" presStyleLbl="alignNode1" presStyleIdx="0" presStyleCnt="4">
        <dgm:presLayoutVars>
          <dgm:bulletEnabled/>
        </dgm:presLayoutVars>
      </dgm:prSet>
      <dgm:spPr/>
    </dgm:pt>
    <dgm:pt modelId="{7C0F703E-C5C7-48E4-8F6A-3AD94F0DA7E4}" type="pres">
      <dgm:prSet presAssocID="{E7459633-DBC2-4315-A974-2BD5F8B81FFD}" presName="sp" presStyleCnt="0"/>
      <dgm:spPr/>
    </dgm:pt>
    <dgm:pt modelId="{DF7C7079-1024-46DD-83DD-D5FF9D91081F}" type="pres">
      <dgm:prSet presAssocID="{95BC73BD-8018-4ABD-8442-8B2226D582B9}" presName="linNode" presStyleCnt="0"/>
      <dgm:spPr/>
    </dgm:pt>
    <dgm:pt modelId="{07904F4B-3950-4C5E-A4B8-FD47E88E6F00}" type="pres">
      <dgm:prSet presAssocID="{95BC73BD-8018-4ABD-8442-8B2226D582B9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90F594E9-2B99-4109-AF3A-9E01B8A71619}" type="pres">
      <dgm:prSet presAssocID="{95BC73BD-8018-4ABD-8442-8B2226D582B9}" presName="descendantText" presStyleLbl="alignNode1" presStyleIdx="1" presStyleCnt="4">
        <dgm:presLayoutVars>
          <dgm:bulletEnabled/>
        </dgm:presLayoutVars>
      </dgm:prSet>
      <dgm:spPr/>
    </dgm:pt>
    <dgm:pt modelId="{DD66A43F-48AC-45EE-80E2-3061A784EE9B}" type="pres">
      <dgm:prSet presAssocID="{4D333C5F-8C99-4ACA-9C9E-067FBDC202B0}" presName="sp" presStyleCnt="0"/>
      <dgm:spPr/>
    </dgm:pt>
    <dgm:pt modelId="{DD0B4C3F-EE06-48D7-86C0-05C9AEAA61AB}" type="pres">
      <dgm:prSet presAssocID="{4FD26FA1-14BB-4562-A576-96CAE7A76479}" presName="linNode" presStyleCnt="0"/>
      <dgm:spPr/>
    </dgm:pt>
    <dgm:pt modelId="{7B46E122-E635-4FF8-BDD3-787952D8593E}" type="pres">
      <dgm:prSet presAssocID="{4FD26FA1-14BB-4562-A576-96CAE7A76479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7BB27F03-8AA6-49BA-97B7-670BD8AEB898}" type="pres">
      <dgm:prSet presAssocID="{4FD26FA1-14BB-4562-A576-96CAE7A76479}" presName="descendantText" presStyleLbl="alignNode1" presStyleIdx="2" presStyleCnt="4">
        <dgm:presLayoutVars>
          <dgm:bulletEnabled/>
        </dgm:presLayoutVars>
      </dgm:prSet>
      <dgm:spPr/>
    </dgm:pt>
    <dgm:pt modelId="{887259A6-EC34-43DD-AFF7-A89E8BD2B3DA}" type="pres">
      <dgm:prSet presAssocID="{A6523FA8-E3CF-4F51-80C7-02107567C3B3}" presName="sp" presStyleCnt="0"/>
      <dgm:spPr/>
    </dgm:pt>
    <dgm:pt modelId="{C4653FE2-9A56-4772-9BDC-1AEAB2725ADD}" type="pres">
      <dgm:prSet presAssocID="{BA9C6086-3246-4485-B74C-E4C1B9124210}" presName="linNode" presStyleCnt="0"/>
      <dgm:spPr/>
    </dgm:pt>
    <dgm:pt modelId="{6719CEFD-9506-4B2B-A165-4716F9A8FEC5}" type="pres">
      <dgm:prSet presAssocID="{BA9C6086-3246-4485-B74C-E4C1B9124210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2C0FA22E-2076-43A6-9273-EEA832AF9B1A}" type="pres">
      <dgm:prSet presAssocID="{BA9C6086-3246-4485-B74C-E4C1B9124210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893EE408-C715-4E94-A026-21B7A56348E1}" type="presOf" srcId="{4FD26FA1-14BB-4562-A576-96CAE7A76479}" destId="{7B46E122-E635-4FF8-BDD3-787952D8593E}" srcOrd="0" destOrd="0" presId="urn:microsoft.com/office/officeart/2016/7/layout/VerticalHollowActionList"/>
    <dgm:cxn modelId="{D2D52513-BD53-4860-9D25-C88430186420}" srcId="{BA9C6086-3246-4485-B74C-E4C1B9124210}" destId="{03A109C2-990C-4139-A9CE-38C5D83DF5ED}" srcOrd="0" destOrd="0" parTransId="{427F22C1-43B4-4891-A3A8-0E7042D3B2D8}" sibTransId="{D6EAD6D7-B80D-48FB-BF12-960BE45FA263}"/>
    <dgm:cxn modelId="{1FD4AE1F-7CFB-488D-972F-C3F21E8A3A69}" type="presOf" srcId="{23BD9617-4FC6-44AC-A189-7C2CD7561A8F}" destId="{DDD5A269-0C7D-4FCE-8101-FBC411CC5106}" srcOrd="0" destOrd="0" presId="urn:microsoft.com/office/officeart/2016/7/layout/VerticalHollowActionList"/>
    <dgm:cxn modelId="{D2B9AD40-AB5B-4E35-AE57-BC326ED683EE}" type="presOf" srcId="{3192765C-19C3-4D3E-9377-2C978A80EBA6}" destId="{90F594E9-2B99-4109-AF3A-9E01B8A71619}" srcOrd="0" destOrd="0" presId="urn:microsoft.com/office/officeart/2016/7/layout/VerticalHollowActionList"/>
    <dgm:cxn modelId="{6D423061-3E17-4313-8EC9-235CE6135BE3}" type="presOf" srcId="{C30DC045-50EB-42B9-8ABD-A56DE391B54C}" destId="{7BB27F03-8AA6-49BA-97B7-670BD8AEB898}" srcOrd="0" destOrd="0" presId="urn:microsoft.com/office/officeart/2016/7/layout/VerticalHollowActionList"/>
    <dgm:cxn modelId="{A1D5D161-FCBE-451C-BE29-79C7574A7A07}" type="presOf" srcId="{6F813A8F-E5EE-41B0-92E6-EC396DB7994A}" destId="{E03F0256-9947-439D-8347-7FC52D54C9A5}" srcOrd="0" destOrd="0" presId="urn:microsoft.com/office/officeart/2016/7/layout/VerticalHollowActionList"/>
    <dgm:cxn modelId="{EAB71143-2972-48C6-BF07-EF45E52C7A80}" type="presOf" srcId="{3ABB6CF4-953F-4B36-84B8-25EBA488383D}" destId="{A3217FCC-F298-47FA-A88B-6E0532EC4A75}" srcOrd="0" destOrd="0" presId="urn:microsoft.com/office/officeart/2016/7/layout/VerticalHollowActionList"/>
    <dgm:cxn modelId="{D65F2277-EDCB-4BF8-A40B-3BAEF50C1619}" srcId="{23BD9617-4FC6-44AC-A189-7C2CD7561A8F}" destId="{BA9C6086-3246-4485-B74C-E4C1B9124210}" srcOrd="3" destOrd="0" parTransId="{5CB69320-3F7D-4101-AFF8-AAB6CB4BF6F4}" sibTransId="{1B2F229A-BCD3-42D6-A63F-65356F2213F2}"/>
    <dgm:cxn modelId="{E3ED2787-F298-45BE-8F80-C6E2326DB096}" type="presOf" srcId="{BA9C6086-3246-4485-B74C-E4C1B9124210}" destId="{6719CEFD-9506-4B2B-A165-4716F9A8FEC5}" srcOrd="0" destOrd="0" presId="urn:microsoft.com/office/officeart/2016/7/layout/VerticalHollowActionList"/>
    <dgm:cxn modelId="{A83ABB8B-B9FE-4A94-B301-C5F9A892A84F}" srcId="{23BD9617-4FC6-44AC-A189-7C2CD7561A8F}" destId="{6F813A8F-E5EE-41B0-92E6-EC396DB7994A}" srcOrd="0" destOrd="0" parTransId="{9BEDCE50-5298-4528-AC5F-CD1D9CBEDFBB}" sibTransId="{E7459633-DBC2-4315-A974-2BD5F8B81FFD}"/>
    <dgm:cxn modelId="{7E1BA296-3C44-4D00-9A87-226D7E10276D}" type="presOf" srcId="{95BC73BD-8018-4ABD-8442-8B2226D582B9}" destId="{07904F4B-3950-4C5E-A4B8-FD47E88E6F00}" srcOrd="0" destOrd="0" presId="urn:microsoft.com/office/officeart/2016/7/layout/VerticalHollowActionList"/>
    <dgm:cxn modelId="{F182B8D8-EBD2-41CF-978C-D4EC73182A75}" srcId="{95BC73BD-8018-4ABD-8442-8B2226D582B9}" destId="{3192765C-19C3-4D3E-9377-2C978A80EBA6}" srcOrd="0" destOrd="0" parTransId="{63F79ADD-5DA7-4AAF-9BA7-9549D6CBD715}" sibTransId="{1558FCEA-5CF4-4A11-B8B3-55BA26BC164F}"/>
    <dgm:cxn modelId="{758F28E2-2EDD-4EA3-94B1-241C4C2AD110}" srcId="{4FD26FA1-14BB-4562-A576-96CAE7A76479}" destId="{C30DC045-50EB-42B9-8ABD-A56DE391B54C}" srcOrd="0" destOrd="0" parTransId="{5E68432D-C874-4727-A794-6BDBFAFC7A4B}" sibTransId="{F640CFCA-ED4C-4102-BA7A-DA78B1595A1E}"/>
    <dgm:cxn modelId="{CD054BE9-8B88-461E-8A50-02274BF83D25}" srcId="{23BD9617-4FC6-44AC-A189-7C2CD7561A8F}" destId="{4FD26FA1-14BB-4562-A576-96CAE7A76479}" srcOrd="2" destOrd="0" parTransId="{49A5F707-FFE6-4AEC-8052-C00869C96986}" sibTransId="{A6523FA8-E3CF-4F51-80C7-02107567C3B3}"/>
    <dgm:cxn modelId="{7C1D04EA-D76C-4F48-8581-52FA61729C5D}" type="presOf" srcId="{03A109C2-990C-4139-A9CE-38C5D83DF5ED}" destId="{2C0FA22E-2076-43A6-9273-EEA832AF9B1A}" srcOrd="0" destOrd="0" presId="urn:microsoft.com/office/officeart/2016/7/layout/VerticalHollowActionList"/>
    <dgm:cxn modelId="{6A52C3ED-FB7F-4DD5-80EA-33E7DD94A187}" srcId="{6F813A8F-E5EE-41B0-92E6-EC396DB7994A}" destId="{3ABB6CF4-953F-4B36-84B8-25EBA488383D}" srcOrd="0" destOrd="0" parTransId="{9D6FFA51-3635-4752-94AD-FEE961B7BBDA}" sibTransId="{E91EE25B-446D-4D89-959F-338737FA8F3C}"/>
    <dgm:cxn modelId="{ED0042F7-91CF-40BB-BC63-5FD5F0AB2672}" srcId="{23BD9617-4FC6-44AC-A189-7C2CD7561A8F}" destId="{95BC73BD-8018-4ABD-8442-8B2226D582B9}" srcOrd="1" destOrd="0" parTransId="{492098DA-5F2C-4E82-A257-5D55BF9798C2}" sibTransId="{4D333C5F-8C99-4ACA-9C9E-067FBDC202B0}"/>
    <dgm:cxn modelId="{49428D7F-7ABB-4DE2-B233-B26DC9739BD5}" type="presParOf" srcId="{DDD5A269-0C7D-4FCE-8101-FBC411CC5106}" destId="{FBF2E3EC-D16F-4312-9717-80178785B905}" srcOrd="0" destOrd="0" presId="urn:microsoft.com/office/officeart/2016/7/layout/VerticalHollowActionList"/>
    <dgm:cxn modelId="{41898BB4-C40B-40C1-A102-4A78AAD9EE9B}" type="presParOf" srcId="{FBF2E3EC-D16F-4312-9717-80178785B905}" destId="{E03F0256-9947-439D-8347-7FC52D54C9A5}" srcOrd="0" destOrd="0" presId="urn:microsoft.com/office/officeart/2016/7/layout/VerticalHollowActionList"/>
    <dgm:cxn modelId="{B3F45C16-00A2-4B3F-B8D2-F92F60C8B767}" type="presParOf" srcId="{FBF2E3EC-D16F-4312-9717-80178785B905}" destId="{A3217FCC-F298-47FA-A88B-6E0532EC4A75}" srcOrd="1" destOrd="0" presId="urn:microsoft.com/office/officeart/2016/7/layout/VerticalHollowActionList"/>
    <dgm:cxn modelId="{BDC8C877-AC13-47BF-A5EF-FC156AB9A038}" type="presParOf" srcId="{DDD5A269-0C7D-4FCE-8101-FBC411CC5106}" destId="{7C0F703E-C5C7-48E4-8F6A-3AD94F0DA7E4}" srcOrd="1" destOrd="0" presId="urn:microsoft.com/office/officeart/2016/7/layout/VerticalHollowActionList"/>
    <dgm:cxn modelId="{A63181C2-BACF-4BF6-8C44-8B45D07DE247}" type="presParOf" srcId="{DDD5A269-0C7D-4FCE-8101-FBC411CC5106}" destId="{DF7C7079-1024-46DD-83DD-D5FF9D91081F}" srcOrd="2" destOrd="0" presId="urn:microsoft.com/office/officeart/2016/7/layout/VerticalHollowActionList"/>
    <dgm:cxn modelId="{ACE9FDB1-EAE1-4310-8989-2683DD355550}" type="presParOf" srcId="{DF7C7079-1024-46DD-83DD-D5FF9D91081F}" destId="{07904F4B-3950-4C5E-A4B8-FD47E88E6F00}" srcOrd="0" destOrd="0" presId="urn:microsoft.com/office/officeart/2016/7/layout/VerticalHollowActionList"/>
    <dgm:cxn modelId="{9CDEB2BE-0EAF-417F-9E06-D5D6BE3716FA}" type="presParOf" srcId="{DF7C7079-1024-46DD-83DD-D5FF9D91081F}" destId="{90F594E9-2B99-4109-AF3A-9E01B8A71619}" srcOrd="1" destOrd="0" presId="urn:microsoft.com/office/officeart/2016/7/layout/VerticalHollowActionList"/>
    <dgm:cxn modelId="{C69B8E8C-DE33-4F35-BD3D-DC58F48F2085}" type="presParOf" srcId="{DDD5A269-0C7D-4FCE-8101-FBC411CC5106}" destId="{DD66A43F-48AC-45EE-80E2-3061A784EE9B}" srcOrd="3" destOrd="0" presId="urn:microsoft.com/office/officeart/2016/7/layout/VerticalHollowActionList"/>
    <dgm:cxn modelId="{878ED6C2-6CD9-4D87-8F20-6377D4D59C08}" type="presParOf" srcId="{DDD5A269-0C7D-4FCE-8101-FBC411CC5106}" destId="{DD0B4C3F-EE06-48D7-86C0-05C9AEAA61AB}" srcOrd="4" destOrd="0" presId="urn:microsoft.com/office/officeart/2016/7/layout/VerticalHollowActionList"/>
    <dgm:cxn modelId="{FE9E36F5-F8E9-4F58-8F4E-709A800CA826}" type="presParOf" srcId="{DD0B4C3F-EE06-48D7-86C0-05C9AEAA61AB}" destId="{7B46E122-E635-4FF8-BDD3-787952D8593E}" srcOrd="0" destOrd="0" presId="urn:microsoft.com/office/officeart/2016/7/layout/VerticalHollowActionList"/>
    <dgm:cxn modelId="{E2EF0ACD-9CD0-4EB3-9A8A-60649EAC184D}" type="presParOf" srcId="{DD0B4C3F-EE06-48D7-86C0-05C9AEAA61AB}" destId="{7BB27F03-8AA6-49BA-97B7-670BD8AEB898}" srcOrd="1" destOrd="0" presId="urn:microsoft.com/office/officeart/2016/7/layout/VerticalHollowActionList"/>
    <dgm:cxn modelId="{3740E1D9-3D9D-4FD9-AC81-A5E9C1432C37}" type="presParOf" srcId="{DDD5A269-0C7D-4FCE-8101-FBC411CC5106}" destId="{887259A6-EC34-43DD-AFF7-A89E8BD2B3DA}" srcOrd="5" destOrd="0" presId="urn:microsoft.com/office/officeart/2016/7/layout/VerticalHollowActionList"/>
    <dgm:cxn modelId="{F98191B1-9891-4948-8CF7-4337BC3F9390}" type="presParOf" srcId="{DDD5A269-0C7D-4FCE-8101-FBC411CC5106}" destId="{C4653FE2-9A56-4772-9BDC-1AEAB2725ADD}" srcOrd="6" destOrd="0" presId="urn:microsoft.com/office/officeart/2016/7/layout/VerticalHollowActionList"/>
    <dgm:cxn modelId="{F892D288-0D1D-4E6C-AB22-D80A7CB42310}" type="presParOf" srcId="{C4653FE2-9A56-4772-9BDC-1AEAB2725ADD}" destId="{6719CEFD-9506-4B2B-A165-4716F9A8FEC5}" srcOrd="0" destOrd="0" presId="urn:microsoft.com/office/officeart/2016/7/layout/VerticalHollowActionList"/>
    <dgm:cxn modelId="{2A562550-8E70-4AE5-BCFF-005D31EE5F8B}" type="presParOf" srcId="{C4653FE2-9A56-4772-9BDC-1AEAB2725ADD}" destId="{2C0FA22E-2076-43A6-9273-EEA832AF9B1A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772B10-2E16-4EE0-A7BB-A47B3827E2A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C25531C-FF40-4B83-B5FE-13030F8FEFE2}">
      <dgm:prSet/>
      <dgm:spPr/>
      <dgm:t>
        <a:bodyPr/>
        <a:lstStyle/>
        <a:p>
          <a:r>
            <a:rPr lang="en-US" b="0" i="0"/>
            <a:t>A relative pronoun introduces a relative clause</a:t>
          </a:r>
          <a:endParaRPr lang="en-US"/>
        </a:p>
      </dgm:t>
    </dgm:pt>
    <dgm:pt modelId="{7EED0C90-CAEA-4CF2-8A6D-DBA8C7116352}" type="parTrans" cxnId="{4A19C82E-7DC1-4DC7-8946-8C737990EA12}">
      <dgm:prSet/>
      <dgm:spPr/>
      <dgm:t>
        <a:bodyPr/>
        <a:lstStyle/>
        <a:p>
          <a:endParaRPr lang="en-US"/>
        </a:p>
      </dgm:t>
    </dgm:pt>
    <dgm:pt modelId="{F101B258-6CE0-4687-BD3B-B491B71FB5E5}" type="sibTrans" cxnId="{4A19C82E-7DC1-4DC7-8946-8C737990EA12}">
      <dgm:prSet/>
      <dgm:spPr/>
      <dgm:t>
        <a:bodyPr/>
        <a:lstStyle/>
        <a:p>
          <a:endParaRPr lang="en-US"/>
        </a:p>
      </dgm:t>
    </dgm:pt>
    <dgm:pt modelId="{1C4B5086-B46B-42A7-9534-EB4640A57D01}">
      <dgm:prSet/>
      <dgm:spPr/>
      <dgm:t>
        <a:bodyPr/>
        <a:lstStyle/>
        <a:p>
          <a:r>
            <a:rPr lang="en-US" b="0" i="0"/>
            <a:t>It gives more information about a noun</a:t>
          </a:r>
          <a:endParaRPr lang="en-US"/>
        </a:p>
      </dgm:t>
    </dgm:pt>
    <dgm:pt modelId="{5D0E04B7-59E2-4E7F-9957-0012FC9BFEE5}" type="parTrans" cxnId="{6FFA6D13-5BF0-4347-82FD-C8B2F3A292C3}">
      <dgm:prSet/>
      <dgm:spPr/>
      <dgm:t>
        <a:bodyPr/>
        <a:lstStyle/>
        <a:p>
          <a:endParaRPr lang="en-US"/>
        </a:p>
      </dgm:t>
    </dgm:pt>
    <dgm:pt modelId="{CE36F5E5-4066-41C8-A1D7-AA22E5807FB7}" type="sibTrans" cxnId="{6FFA6D13-5BF0-4347-82FD-C8B2F3A292C3}">
      <dgm:prSet/>
      <dgm:spPr/>
      <dgm:t>
        <a:bodyPr/>
        <a:lstStyle/>
        <a:p>
          <a:endParaRPr lang="en-US"/>
        </a:p>
      </dgm:t>
    </dgm:pt>
    <dgm:pt modelId="{82A7DBA1-09B9-4EA2-8D56-4AE678CD1A3B}">
      <dgm:prSet/>
      <dgm:spPr/>
      <dgm:t>
        <a:bodyPr/>
        <a:lstStyle/>
        <a:p>
          <a:r>
            <a:rPr lang="en-US" b="0" i="0"/>
            <a:t>It joins two clauses into one sentence</a:t>
          </a:r>
          <a:endParaRPr lang="en-US"/>
        </a:p>
      </dgm:t>
    </dgm:pt>
    <dgm:pt modelId="{2AE7C9F0-CF01-4161-BF8F-A5FC38D59C5F}" type="parTrans" cxnId="{1C63745E-330A-415F-80A2-7E9C0F29C3EA}">
      <dgm:prSet/>
      <dgm:spPr/>
      <dgm:t>
        <a:bodyPr/>
        <a:lstStyle/>
        <a:p>
          <a:endParaRPr lang="en-US"/>
        </a:p>
      </dgm:t>
    </dgm:pt>
    <dgm:pt modelId="{78182807-823C-462D-B297-A21AFBF1AD14}" type="sibTrans" cxnId="{1C63745E-330A-415F-80A2-7E9C0F29C3EA}">
      <dgm:prSet/>
      <dgm:spPr/>
      <dgm:t>
        <a:bodyPr/>
        <a:lstStyle/>
        <a:p>
          <a:endParaRPr lang="en-US"/>
        </a:p>
      </dgm:t>
    </dgm:pt>
    <dgm:pt modelId="{F8F44649-0516-49C8-92DD-EC316FA3B304}">
      <dgm:prSet/>
      <dgm:spPr/>
      <dgm:t>
        <a:bodyPr/>
        <a:lstStyle/>
        <a:p>
          <a:r>
            <a:rPr lang="en-US" b="0" i="0"/>
            <a:t>Example: The boy who is running is my brother.</a:t>
          </a:r>
          <a:endParaRPr lang="en-US"/>
        </a:p>
      </dgm:t>
    </dgm:pt>
    <dgm:pt modelId="{1CE0F4E6-09A6-45D3-BEE4-D96242EDCCF2}" type="parTrans" cxnId="{0CFA34BC-D6D2-48E2-A73A-7FE05D24C7AE}">
      <dgm:prSet/>
      <dgm:spPr/>
      <dgm:t>
        <a:bodyPr/>
        <a:lstStyle/>
        <a:p>
          <a:endParaRPr lang="en-US"/>
        </a:p>
      </dgm:t>
    </dgm:pt>
    <dgm:pt modelId="{71E1D418-C64A-4E9D-AB9D-6EAD952F8EE0}" type="sibTrans" cxnId="{0CFA34BC-D6D2-48E2-A73A-7FE05D24C7AE}">
      <dgm:prSet/>
      <dgm:spPr/>
      <dgm:t>
        <a:bodyPr/>
        <a:lstStyle/>
        <a:p>
          <a:endParaRPr lang="en-US"/>
        </a:p>
      </dgm:t>
    </dgm:pt>
    <dgm:pt modelId="{0D689EB8-6FA7-4CCB-BDBF-FEC99CA78AC8}" type="pres">
      <dgm:prSet presAssocID="{57772B10-2E16-4EE0-A7BB-A47B3827E2AA}" presName="outerComposite" presStyleCnt="0">
        <dgm:presLayoutVars>
          <dgm:chMax val="5"/>
          <dgm:dir/>
          <dgm:resizeHandles val="exact"/>
        </dgm:presLayoutVars>
      </dgm:prSet>
      <dgm:spPr/>
    </dgm:pt>
    <dgm:pt modelId="{53E2C56C-F196-4224-81D6-257BF907D76F}" type="pres">
      <dgm:prSet presAssocID="{57772B10-2E16-4EE0-A7BB-A47B3827E2AA}" presName="dummyMaxCanvas" presStyleCnt="0">
        <dgm:presLayoutVars/>
      </dgm:prSet>
      <dgm:spPr/>
    </dgm:pt>
    <dgm:pt modelId="{09A3FD7C-834C-4BF4-AE91-ACEE57807736}" type="pres">
      <dgm:prSet presAssocID="{57772B10-2E16-4EE0-A7BB-A47B3827E2AA}" presName="FourNodes_1" presStyleLbl="node1" presStyleIdx="0" presStyleCnt="4">
        <dgm:presLayoutVars>
          <dgm:bulletEnabled val="1"/>
        </dgm:presLayoutVars>
      </dgm:prSet>
      <dgm:spPr/>
    </dgm:pt>
    <dgm:pt modelId="{06DCB98A-184D-4180-8D30-6513149EAC77}" type="pres">
      <dgm:prSet presAssocID="{57772B10-2E16-4EE0-A7BB-A47B3827E2AA}" presName="FourNodes_2" presStyleLbl="node1" presStyleIdx="1" presStyleCnt="4">
        <dgm:presLayoutVars>
          <dgm:bulletEnabled val="1"/>
        </dgm:presLayoutVars>
      </dgm:prSet>
      <dgm:spPr/>
    </dgm:pt>
    <dgm:pt modelId="{DAA72529-03C4-473B-B633-82BBEB3462B2}" type="pres">
      <dgm:prSet presAssocID="{57772B10-2E16-4EE0-A7BB-A47B3827E2AA}" presName="FourNodes_3" presStyleLbl="node1" presStyleIdx="2" presStyleCnt="4">
        <dgm:presLayoutVars>
          <dgm:bulletEnabled val="1"/>
        </dgm:presLayoutVars>
      </dgm:prSet>
      <dgm:spPr/>
    </dgm:pt>
    <dgm:pt modelId="{BC3F8937-28E6-4FDE-91DE-FC6AC275FEC2}" type="pres">
      <dgm:prSet presAssocID="{57772B10-2E16-4EE0-A7BB-A47B3827E2AA}" presName="FourNodes_4" presStyleLbl="node1" presStyleIdx="3" presStyleCnt="4">
        <dgm:presLayoutVars>
          <dgm:bulletEnabled val="1"/>
        </dgm:presLayoutVars>
      </dgm:prSet>
      <dgm:spPr/>
    </dgm:pt>
    <dgm:pt modelId="{39D11DB7-583A-4A64-8063-0C77981C7BF9}" type="pres">
      <dgm:prSet presAssocID="{57772B10-2E16-4EE0-A7BB-A47B3827E2AA}" presName="FourConn_1-2" presStyleLbl="fgAccFollowNode1" presStyleIdx="0" presStyleCnt="3">
        <dgm:presLayoutVars>
          <dgm:bulletEnabled val="1"/>
        </dgm:presLayoutVars>
      </dgm:prSet>
      <dgm:spPr/>
    </dgm:pt>
    <dgm:pt modelId="{0C6935FD-D66C-4948-9E6E-742E81384D76}" type="pres">
      <dgm:prSet presAssocID="{57772B10-2E16-4EE0-A7BB-A47B3827E2AA}" presName="FourConn_2-3" presStyleLbl="fgAccFollowNode1" presStyleIdx="1" presStyleCnt="3">
        <dgm:presLayoutVars>
          <dgm:bulletEnabled val="1"/>
        </dgm:presLayoutVars>
      </dgm:prSet>
      <dgm:spPr/>
    </dgm:pt>
    <dgm:pt modelId="{C13BC32B-92E6-4039-B1AE-3E63BF3A96DE}" type="pres">
      <dgm:prSet presAssocID="{57772B10-2E16-4EE0-A7BB-A47B3827E2AA}" presName="FourConn_3-4" presStyleLbl="fgAccFollowNode1" presStyleIdx="2" presStyleCnt="3">
        <dgm:presLayoutVars>
          <dgm:bulletEnabled val="1"/>
        </dgm:presLayoutVars>
      </dgm:prSet>
      <dgm:spPr/>
    </dgm:pt>
    <dgm:pt modelId="{0F45DB40-206B-48C2-A0BF-836D26F2622C}" type="pres">
      <dgm:prSet presAssocID="{57772B10-2E16-4EE0-A7BB-A47B3827E2AA}" presName="FourNodes_1_text" presStyleLbl="node1" presStyleIdx="3" presStyleCnt="4">
        <dgm:presLayoutVars>
          <dgm:bulletEnabled val="1"/>
        </dgm:presLayoutVars>
      </dgm:prSet>
      <dgm:spPr/>
    </dgm:pt>
    <dgm:pt modelId="{E23BF197-FAD3-41CA-B47E-D837D0B2AA7D}" type="pres">
      <dgm:prSet presAssocID="{57772B10-2E16-4EE0-A7BB-A47B3827E2AA}" presName="FourNodes_2_text" presStyleLbl="node1" presStyleIdx="3" presStyleCnt="4">
        <dgm:presLayoutVars>
          <dgm:bulletEnabled val="1"/>
        </dgm:presLayoutVars>
      </dgm:prSet>
      <dgm:spPr/>
    </dgm:pt>
    <dgm:pt modelId="{A1414911-342E-442C-91F9-C57754C7092E}" type="pres">
      <dgm:prSet presAssocID="{57772B10-2E16-4EE0-A7BB-A47B3827E2AA}" presName="FourNodes_3_text" presStyleLbl="node1" presStyleIdx="3" presStyleCnt="4">
        <dgm:presLayoutVars>
          <dgm:bulletEnabled val="1"/>
        </dgm:presLayoutVars>
      </dgm:prSet>
      <dgm:spPr/>
    </dgm:pt>
    <dgm:pt modelId="{A468C316-D838-4A07-9CBA-DD4204CBDE99}" type="pres">
      <dgm:prSet presAssocID="{57772B10-2E16-4EE0-A7BB-A47B3827E2A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6FFA6D13-5BF0-4347-82FD-C8B2F3A292C3}" srcId="{57772B10-2E16-4EE0-A7BB-A47B3827E2AA}" destId="{1C4B5086-B46B-42A7-9534-EB4640A57D01}" srcOrd="1" destOrd="0" parTransId="{5D0E04B7-59E2-4E7F-9957-0012FC9BFEE5}" sibTransId="{CE36F5E5-4066-41C8-A1D7-AA22E5807FB7}"/>
    <dgm:cxn modelId="{4A19C82E-7DC1-4DC7-8946-8C737990EA12}" srcId="{57772B10-2E16-4EE0-A7BB-A47B3827E2AA}" destId="{EC25531C-FF40-4B83-B5FE-13030F8FEFE2}" srcOrd="0" destOrd="0" parTransId="{7EED0C90-CAEA-4CF2-8A6D-DBA8C7116352}" sibTransId="{F101B258-6CE0-4687-BD3B-B491B71FB5E5}"/>
    <dgm:cxn modelId="{1C63745E-330A-415F-80A2-7E9C0F29C3EA}" srcId="{57772B10-2E16-4EE0-A7BB-A47B3827E2AA}" destId="{82A7DBA1-09B9-4EA2-8D56-4AE678CD1A3B}" srcOrd="2" destOrd="0" parTransId="{2AE7C9F0-CF01-4161-BF8F-A5FC38D59C5F}" sibTransId="{78182807-823C-462D-B297-A21AFBF1AD14}"/>
    <dgm:cxn modelId="{3E75E05F-37BB-471E-9C47-2F6EEC0BFA8E}" type="presOf" srcId="{F8F44649-0516-49C8-92DD-EC316FA3B304}" destId="{A468C316-D838-4A07-9CBA-DD4204CBDE99}" srcOrd="1" destOrd="0" presId="urn:microsoft.com/office/officeart/2005/8/layout/vProcess5"/>
    <dgm:cxn modelId="{FAF33160-C1CE-4D80-8E97-3E1479160576}" type="presOf" srcId="{EC25531C-FF40-4B83-B5FE-13030F8FEFE2}" destId="{09A3FD7C-834C-4BF4-AE91-ACEE57807736}" srcOrd="0" destOrd="0" presId="urn:microsoft.com/office/officeart/2005/8/layout/vProcess5"/>
    <dgm:cxn modelId="{93512963-D2C3-4F40-BCFA-961AD9134494}" type="presOf" srcId="{1C4B5086-B46B-42A7-9534-EB4640A57D01}" destId="{06DCB98A-184D-4180-8D30-6513149EAC77}" srcOrd="0" destOrd="0" presId="urn:microsoft.com/office/officeart/2005/8/layout/vProcess5"/>
    <dgm:cxn modelId="{44CCCF43-2509-4B0A-8B62-3D2D3EBA28D2}" type="presOf" srcId="{F8F44649-0516-49C8-92DD-EC316FA3B304}" destId="{BC3F8937-28E6-4FDE-91DE-FC6AC275FEC2}" srcOrd="0" destOrd="0" presId="urn:microsoft.com/office/officeart/2005/8/layout/vProcess5"/>
    <dgm:cxn modelId="{C6197A44-B518-491E-BBB1-35A8C5B3E331}" type="presOf" srcId="{CE36F5E5-4066-41C8-A1D7-AA22E5807FB7}" destId="{0C6935FD-D66C-4948-9E6E-742E81384D76}" srcOrd="0" destOrd="0" presId="urn:microsoft.com/office/officeart/2005/8/layout/vProcess5"/>
    <dgm:cxn modelId="{D17B7E49-0B77-46B2-99BD-34643099DBF5}" type="presOf" srcId="{F101B258-6CE0-4687-BD3B-B491B71FB5E5}" destId="{39D11DB7-583A-4A64-8063-0C77981C7BF9}" srcOrd="0" destOrd="0" presId="urn:microsoft.com/office/officeart/2005/8/layout/vProcess5"/>
    <dgm:cxn modelId="{B30B7F75-E97C-4BBC-9A9B-419CD93642B0}" type="presOf" srcId="{82A7DBA1-09B9-4EA2-8D56-4AE678CD1A3B}" destId="{DAA72529-03C4-473B-B633-82BBEB3462B2}" srcOrd="0" destOrd="0" presId="urn:microsoft.com/office/officeart/2005/8/layout/vProcess5"/>
    <dgm:cxn modelId="{CFA8CB85-662C-475D-AE2A-035233ED88E1}" type="presOf" srcId="{78182807-823C-462D-B297-A21AFBF1AD14}" destId="{C13BC32B-92E6-4039-B1AE-3E63BF3A96DE}" srcOrd="0" destOrd="0" presId="urn:microsoft.com/office/officeart/2005/8/layout/vProcess5"/>
    <dgm:cxn modelId="{5A75CBA2-00C9-47F3-80AA-EAC9194A21B6}" type="presOf" srcId="{82A7DBA1-09B9-4EA2-8D56-4AE678CD1A3B}" destId="{A1414911-342E-442C-91F9-C57754C7092E}" srcOrd="1" destOrd="0" presId="urn:microsoft.com/office/officeart/2005/8/layout/vProcess5"/>
    <dgm:cxn modelId="{0CFA34BC-D6D2-48E2-A73A-7FE05D24C7AE}" srcId="{57772B10-2E16-4EE0-A7BB-A47B3827E2AA}" destId="{F8F44649-0516-49C8-92DD-EC316FA3B304}" srcOrd="3" destOrd="0" parTransId="{1CE0F4E6-09A6-45D3-BEE4-D96242EDCCF2}" sibTransId="{71E1D418-C64A-4E9D-AB9D-6EAD952F8EE0}"/>
    <dgm:cxn modelId="{E66C0CDE-EE85-4034-B862-3F04C2E2F674}" type="presOf" srcId="{57772B10-2E16-4EE0-A7BB-A47B3827E2AA}" destId="{0D689EB8-6FA7-4CCB-BDBF-FEC99CA78AC8}" srcOrd="0" destOrd="0" presId="urn:microsoft.com/office/officeart/2005/8/layout/vProcess5"/>
    <dgm:cxn modelId="{7748EAF6-75A9-48D3-AE47-E4C9D754A368}" type="presOf" srcId="{EC25531C-FF40-4B83-B5FE-13030F8FEFE2}" destId="{0F45DB40-206B-48C2-A0BF-836D26F2622C}" srcOrd="1" destOrd="0" presId="urn:microsoft.com/office/officeart/2005/8/layout/vProcess5"/>
    <dgm:cxn modelId="{841A97FB-6D20-4A9D-BA57-C17365003A35}" type="presOf" srcId="{1C4B5086-B46B-42A7-9534-EB4640A57D01}" destId="{E23BF197-FAD3-41CA-B47E-D837D0B2AA7D}" srcOrd="1" destOrd="0" presId="urn:microsoft.com/office/officeart/2005/8/layout/vProcess5"/>
    <dgm:cxn modelId="{FEBA31F0-2B78-42EB-A5AF-B0FBCF959C66}" type="presParOf" srcId="{0D689EB8-6FA7-4CCB-BDBF-FEC99CA78AC8}" destId="{53E2C56C-F196-4224-81D6-257BF907D76F}" srcOrd="0" destOrd="0" presId="urn:microsoft.com/office/officeart/2005/8/layout/vProcess5"/>
    <dgm:cxn modelId="{26ECAE88-8C34-4FE6-827F-F4857891F221}" type="presParOf" srcId="{0D689EB8-6FA7-4CCB-BDBF-FEC99CA78AC8}" destId="{09A3FD7C-834C-4BF4-AE91-ACEE57807736}" srcOrd="1" destOrd="0" presId="urn:microsoft.com/office/officeart/2005/8/layout/vProcess5"/>
    <dgm:cxn modelId="{32FC1DED-DE26-4963-B859-CF6C93BAFA33}" type="presParOf" srcId="{0D689EB8-6FA7-4CCB-BDBF-FEC99CA78AC8}" destId="{06DCB98A-184D-4180-8D30-6513149EAC77}" srcOrd="2" destOrd="0" presId="urn:microsoft.com/office/officeart/2005/8/layout/vProcess5"/>
    <dgm:cxn modelId="{33E701CB-5A88-48EA-BF32-AF97A8ED6684}" type="presParOf" srcId="{0D689EB8-6FA7-4CCB-BDBF-FEC99CA78AC8}" destId="{DAA72529-03C4-473B-B633-82BBEB3462B2}" srcOrd="3" destOrd="0" presId="urn:microsoft.com/office/officeart/2005/8/layout/vProcess5"/>
    <dgm:cxn modelId="{3CED1BD0-3950-4586-8A07-F189BD15C28C}" type="presParOf" srcId="{0D689EB8-6FA7-4CCB-BDBF-FEC99CA78AC8}" destId="{BC3F8937-28E6-4FDE-91DE-FC6AC275FEC2}" srcOrd="4" destOrd="0" presId="urn:microsoft.com/office/officeart/2005/8/layout/vProcess5"/>
    <dgm:cxn modelId="{F32F376C-320F-4065-94E6-8855129F1FF2}" type="presParOf" srcId="{0D689EB8-6FA7-4CCB-BDBF-FEC99CA78AC8}" destId="{39D11DB7-583A-4A64-8063-0C77981C7BF9}" srcOrd="5" destOrd="0" presId="urn:microsoft.com/office/officeart/2005/8/layout/vProcess5"/>
    <dgm:cxn modelId="{6E66E6AC-23F3-496D-BAEA-C6F0057228E3}" type="presParOf" srcId="{0D689EB8-6FA7-4CCB-BDBF-FEC99CA78AC8}" destId="{0C6935FD-D66C-4948-9E6E-742E81384D76}" srcOrd="6" destOrd="0" presId="urn:microsoft.com/office/officeart/2005/8/layout/vProcess5"/>
    <dgm:cxn modelId="{B01AE630-8047-425E-AFE3-EC413FC81322}" type="presParOf" srcId="{0D689EB8-6FA7-4CCB-BDBF-FEC99CA78AC8}" destId="{C13BC32B-92E6-4039-B1AE-3E63BF3A96DE}" srcOrd="7" destOrd="0" presId="urn:microsoft.com/office/officeart/2005/8/layout/vProcess5"/>
    <dgm:cxn modelId="{6EA7CE61-0C5A-440C-AEDD-BC2418D5BFFA}" type="presParOf" srcId="{0D689EB8-6FA7-4CCB-BDBF-FEC99CA78AC8}" destId="{0F45DB40-206B-48C2-A0BF-836D26F2622C}" srcOrd="8" destOrd="0" presId="urn:microsoft.com/office/officeart/2005/8/layout/vProcess5"/>
    <dgm:cxn modelId="{D8077DAE-7E81-448C-AEEB-EDA7B0A6D1CB}" type="presParOf" srcId="{0D689EB8-6FA7-4CCB-BDBF-FEC99CA78AC8}" destId="{E23BF197-FAD3-41CA-B47E-D837D0B2AA7D}" srcOrd="9" destOrd="0" presId="urn:microsoft.com/office/officeart/2005/8/layout/vProcess5"/>
    <dgm:cxn modelId="{01E2090A-1BCC-4227-A2BC-6947D2639C65}" type="presParOf" srcId="{0D689EB8-6FA7-4CCB-BDBF-FEC99CA78AC8}" destId="{A1414911-342E-442C-91F9-C57754C7092E}" srcOrd="10" destOrd="0" presId="urn:microsoft.com/office/officeart/2005/8/layout/vProcess5"/>
    <dgm:cxn modelId="{17019047-8BD2-460C-B165-9E63E380749A}" type="presParOf" srcId="{0D689EB8-6FA7-4CCB-BDBF-FEC99CA78AC8}" destId="{A468C316-D838-4A07-9CBA-DD4204CBDE9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69523D-C276-4D44-A21C-AAC3EF5E908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A4CC670-6398-473F-972A-CB9DF16F0860}">
      <dgm:prSet/>
      <dgm:spPr/>
      <dgm:t>
        <a:bodyPr/>
        <a:lstStyle/>
        <a:p>
          <a:r>
            <a:rPr lang="en-US" b="0" i="0"/>
            <a:t>To avoid repetition</a:t>
          </a:r>
          <a:endParaRPr lang="en-US"/>
        </a:p>
      </dgm:t>
    </dgm:pt>
    <dgm:pt modelId="{8CF17B8E-2341-4BA0-8BCC-55E41804A5B3}" type="parTrans" cxnId="{DFDECE5B-9679-4ADE-8DBD-E2078385AB0E}">
      <dgm:prSet/>
      <dgm:spPr/>
      <dgm:t>
        <a:bodyPr/>
        <a:lstStyle/>
        <a:p>
          <a:endParaRPr lang="en-US"/>
        </a:p>
      </dgm:t>
    </dgm:pt>
    <dgm:pt modelId="{406644B5-6052-4A7E-960D-BF8DD97B60C8}" type="sibTrans" cxnId="{DFDECE5B-9679-4ADE-8DBD-E2078385AB0E}">
      <dgm:prSet/>
      <dgm:spPr/>
      <dgm:t>
        <a:bodyPr/>
        <a:lstStyle/>
        <a:p>
          <a:endParaRPr lang="en-US"/>
        </a:p>
      </dgm:t>
    </dgm:pt>
    <dgm:pt modelId="{B7EF16BC-18C4-48AA-8E26-60BED43D2596}">
      <dgm:prSet/>
      <dgm:spPr/>
      <dgm:t>
        <a:bodyPr/>
        <a:lstStyle/>
        <a:p>
          <a:r>
            <a:rPr lang="en-US" b="0" i="0"/>
            <a:t>To make sentences clearer</a:t>
          </a:r>
          <a:endParaRPr lang="en-US"/>
        </a:p>
      </dgm:t>
    </dgm:pt>
    <dgm:pt modelId="{02D08043-10C1-4B05-9D2D-3C64077BAD78}" type="parTrans" cxnId="{C7A7F61F-AEB4-46A3-9A94-82389261A6E9}">
      <dgm:prSet/>
      <dgm:spPr/>
      <dgm:t>
        <a:bodyPr/>
        <a:lstStyle/>
        <a:p>
          <a:endParaRPr lang="en-US"/>
        </a:p>
      </dgm:t>
    </dgm:pt>
    <dgm:pt modelId="{D4F3F31F-CBAE-4E93-A03F-6F84AA775148}" type="sibTrans" cxnId="{C7A7F61F-AEB4-46A3-9A94-82389261A6E9}">
      <dgm:prSet/>
      <dgm:spPr/>
      <dgm:t>
        <a:bodyPr/>
        <a:lstStyle/>
        <a:p>
          <a:endParaRPr lang="en-US"/>
        </a:p>
      </dgm:t>
    </dgm:pt>
    <dgm:pt modelId="{6498F7F3-D5DC-4B79-8AFE-77571A77E96D}">
      <dgm:prSet/>
      <dgm:spPr/>
      <dgm:t>
        <a:bodyPr/>
        <a:lstStyle/>
        <a:p>
          <a:r>
            <a:rPr lang="en-US" b="0" i="0"/>
            <a:t>To add extra information</a:t>
          </a:r>
          <a:endParaRPr lang="en-US"/>
        </a:p>
      </dgm:t>
    </dgm:pt>
    <dgm:pt modelId="{1AAA5C96-C123-4795-8E1F-B845FCC4F784}" type="parTrans" cxnId="{2B738951-FBE4-4F33-951E-29A46BEA4AB0}">
      <dgm:prSet/>
      <dgm:spPr/>
      <dgm:t>
        <a:bodyPr/>
        <a:lstStyle/>
        <a:p>
          <a:endParaRPr lang="en-US"/>
        </a:p>
      </dgm:t>
    </dgm:pt>
    <dgm:pt modelId="{108F1BDD-E526-4F22-B149-0B28E2B1B165}" type="sibTrans" cxnId="{2B738951-FBE4-4F33-951E-29A46BEA4AB0}">
      <dgm:prSet/>
      <dgm:spPr/>
      <dgm:t>
        <a:bodyPr/>
        <a:lstStyle/>
        <a:p>
          <a:endParaRPr lang="en-US"/>
        </a:p>
      </dgm:t>
    </dgm:pt>
    <dgm:pt modelId="{644E232E-790A-4B96-BCEA-38167ABC0862}">
      <dgm:prSet/>
      <dgm:spPr/>
      <dgm:t>
        <a:bodyPr/>
        <a:lstStyle/>
        <a:p>
          <a:r>
            <a:rPr lang="en-US" b="0" i="0"/>
            <a:t>Example: The girl who won the prize is my friend.</a:t>
          </a:r>
          <a:endParaRPr lang="en-US"/>
        </a:p>
      </dgm:t>
    </dgm:pt>
    <dgm:pt modelId="{5A9F6C2F-0DC8-4EC1-92E5-ABE109593268}" type="parTrans" cxnId="{9BD32B0D-64AF-48ED-9D17-6A7E67A96A14}">
      <dgm:prSet/>
      <dgm:spPr/>
      <dgm:t>
        <a:bodyPr/>
        <a:lstStyle/>
        <a:p>
          <a:endParaRPr lang="en-US"/>
        </a:p>
      </dgm:t>
    </dgm:pt>
    <dgm:pt modelId="{72483457-CF3E-42A4-995B-1C5185D40845}" type="sibTrans" cxnId="{9BD32B0D-64AF-48ED-9D17-6A7E67A96A14}">
      <dgm:prSet/>
      <dgm:spPr/>
      <dgm:t>
        <a:bodyPr/>
        <a:lstStyle/>
        <a:p>
          <a:endParaRPr lang="en-US"/>
        </a:p>
      </dgm:t>
    </dgm:pt>
    <dgm:pt modelId="{88509761-3C45-4BD4-AE0B-E26B6CB97B94}" type="pres">
      <dgm:prSet presAssocID="{D369523D-C276-4D44-A21C-AAC3EF5E908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5B2C516-E1BB-4331-990E-51AAE69ED84B}" type="pres">
      <dgm:prSet presAssocID="{0A4CC670-6398-473F-972A-CB9DF16F0860}" presName="hierRoot1" presStyleCnt="0"/>
      <dgm:spPr/>
    </dgm:pt>
    <dgm:pt modelId="{5547837F-AFF0-42A1-909B-B983572822F3}" type="pres">
      <dgm:prSet presAssocID="{0A4CC670-6398-473F-972A-CB9DF16F0860}" presName="composite" presStyleCnt="0"/>
      <dgm:spPr/>
    </dgm:pt>
    <dgm:pt modelId="{F31F2CE8-88DA-46C2-8F90-0A517800685E}" type="pres">
      <dgm:prSet presAssocID="{0A4CC670-6398-473F-972A-CB9DF16F0860}" presName="background" presStyleLbl="node0" presStyleIdx="0" presStyleCnt="4"/>
      <dgm:spPr/>
    </dgm:pt>
    <dgm:pt modelId="{70F48C71-AC52-4945-BEB9-3931CE564FF6}" type="pres">
      <dgm:prSet presAssocID="{0A4CC670-6398-473F-972A-CB9DF16F0860}" presName="text" presStyleLbl="fgAcc0" presStyleIdx="0" presStyleCnt="4">
        <dgm:presLayoutVars>
          <dgm:chPref val="3"/>
        </dgm:presLayoutVars>
      </dgm:prSet>
      <dgm:spPr/>
    </dgm:pt>
    <dgm:pt modelId="{050FF8BA-FECC-4D8A-BBED-AE40972A091F}" type="pres">
      <dgm:prSet presAssocID="{0A4CC670-6398-473F-972A-CB9DF16F0860}" presName="hierChild2" presStyleCnt="0"/>
      <dgm:spPr/>
    </dgm:pt>
    <dgm:pt modelId="{BA398AEE-133A-44DD-8B5A-79E027C0578C}" type="pres">
      <dgm:prSet presAssocID="{B7EF16BC-18C4-48AA-8E26-60BED43D2596}" presName="hierRoot1" presStyleCnt="0"/>
      <dgm:spPr/>
    </dgm:pt>
    <dgm:pt modelId="{8ECCDE23-4557-4A13-8414-DEE684BC7AA2}" type="pres">
      <dgm:prSet presAssocID="{B7EF16BC-18C4-48AA-8E26-60BED43D2596}" presName="composite" presStyleCnt="0"/>
      <dgm:spPr/>
    </dgm:pt>
    <dgm:pt modelId="{FDAF88E0-C213-487E-8F80-BEC921CAF5C8}" type="pres">
      <dgm:prSet presAssocID="{B7EF16BC-18C4-48AA-8E26-60BED43D2596}" presName="background" presStyleLbl="node0" presStyleIdx="1" presStyleCnt="4"/>
      <dgm:spPr/>
    </dgm:pt>
    <dgm:pt modelId="{C3E281B7-DF7E-4D70-8B87-E8F3078B7F62}" type="pres">
      <dgm:prSet presAssocID="{B7EF16BC-18C4-48AA-8E26-60BED43D2596}" presName="text" presStyleLbl="fgAcc0" presStyleIdx="1" presStyleCnt="4">
        <dgm:presLayoutVars>
          <dgm:chPref val="3"/>
        </dgm:presLayoutVars>
      </dgm:prSet>
      <dgm:spPr/>
    </dgm:pt>
    <dgm:pt modelId="{9293FB27-8BE3-424A-9925-D61DA642F0DC}" type="pres">
      <dgm:prSet presAssocID="{B7EF16BC-18C4-48AA-8E26-60BED43D2596}" presName="hierChild2" presStyleCnt="0"/>
      <dgm:spPr/>
    </dgm:pt>
    <dgm:pt modelId="{1A6A1B4F-5CA3-4873-A4B6-C0CC0468CD2A}" type="pres">
      <dgm:prSet presAssocID="{6498F7F3-D5DC-4B79-8AFE-77571A77E96D}" presName="hierRoot1" presStyleCnt="0"/>
      <dgm:spPr/>
    </dgm:pt>
    <dgm:pt modelId="{D0B2DDC9-FED9-4CA4-AD6E-CC38E7A88957}" type="pres">
      <dgm:prSet presAssocID="{6498F7F3-D5DC-4B79-8AFE-77571A77E96D}" presName="composite" presStyleCnt="0"/>
      <dgm:spPr/>
    </dgm:pt>
    <dgm:pt modelId="{FF7A4211-52F0-47C7-AA42-19812B918C14}" type="pres">
      <dgm:prSet presAssocID="{6498F7F3-D5DC-4B79-8AFE-77571A77E96D}" presName="background" presStyleLbl="node0" presStyleIdx="2" presStyleCnt="4"/>
      <dgm:spPr/>
    </dgm:pt>
    <dgm:pt modelId="{1776E75F-7EFF-4822-A324-DAE7D8D475CA}" type="pres">
      <dgm:prSet presAssocID="{6498F7F3-D5DC-4B79-8AFE-77571A77E96D}" presName="text" presStyleLbl="fgAcc0" presStyleIdx="2" presStyleCnt="4">
        <dgm:presLayoutVars>
          <dgm:chPref val="3"/>
        </dgm:presLayoutVars>
      </dgm:prSet>
      <dgm:spPr/>
    </dgm:pt>
    <dgm:pt modelId="{7C54B45D-F7D7-4BB7-9CB3-0219D6BEE218}" type="pres">
      <dgm:prSet presAssocID="{6498F7F3-D5DC-4B79-8AFE-77571A77E96D}" presName="hierChild2" presStyleCnt="0"/>
      <dgm:spPr/>
    </dgm:pt>
    <dgm:pt modelId="{26A2FBBE-990A-400C-8C1F-14E1EF03F5E7}" type="pres">
      <dgm:prSet presAssocID="{644E232E-790A-4B96-BCEA-38167ABC0862}" presName="hierRoot1" presStyleCnt="0"/>
      <dgm:spPr/>
    </dgm:pt>
    <dgm:pt modelId="{3963B6AE-88E0-4A4F-88CF-6DF659728203}" type="pres">
      <dgm:prSet presAssocID="{644E232E-790A-4B96-BCEA-38167ABC0862}" presName="composite" presStyleCnt="0"/>
      <dgm:spPr/>
    </dgm:pt>
    <dgm:pt modelId="{759F8AE6-67F4-46D5-BE34-B680E7860527}" type="pres">
      <dgm:prSet presAssocID="{644E232E-790A-4B96-BCEA-38167ABC0862}" presName="background" presStyleLbl="node0" presStyleIdx="3" presStyleCnt="4"/>
      <dgm:spPr/>
    </dgm:pt>
    <dgm:pt modelId="{6A19A5BB-EE59-4E79-B3CE-CA624AC0CF1F}" type="pres">
      <dgm:prSet presAssocID="{644E232E-790A-4B96-BCEA-38167ABC0862}" presName="text" presStyleLbl="fgAcc0" presStyleIdx="3" presStyleCnt="4">
        <dgm:presLayoutVars>
          <dgm:chPref val="3"/>
        </dgm:presLayoutVars>
      </dgm:prSet>
      <dgm:spPr/>
    </dgm:pt>
    <dgm:pt modelId="{4B306709-5483-414D-A22C-082DF87428CE}" type="pres">
      <dgm:prSet presAssocID="{644E232E-790A-4B96-BCEA-38167ABC0862}" presName="hierChild2" presStyleCnt="0"/>
      <dgm:spPr/>
    </dgm:pt>
  </dgm:ptLst>
  <dgm:cxnLst>
    <dgm:cxn modelId="{9BD32B0D-64AF-48ED-9D17-6A7E67A96A14}" srcId="{D369523D-C276-4D44-A21C-AAC3EF5E908E}" destId="{644E232E-790A-4B96-BCEA-38167ABC0862}" srcOrd="3" destOrd="0" parTransId="{5A9F6C2F-0DC8-4EC1-92E5-ABE109593268}" sibTransId="{72483457-CF3E-42A4-995B-1C5185D40845}"/>
    <dgm:cxn modelId="{EB50D915-637D-4EC9-A984-6EA6BE6A305E}" type="presOf" srcId="{D369523D-C276-4D44-A21C-AAC3EF5E908E}" destId="{88509761-3C45-4BD4-AE0B-E26B6CB97B94}" srcOrd="0" destOrd="0" presId="urn:microsoft.com/office/officeart/2005/8/layout/hierarchy1"/>
    <dgm:cxn modelId="{C7A7F61F-AEB4-46A3-9A94-82389261A6E9}" srcId="{D369523D-C276-4D44-A21C-AAC3EF5E908E}" destId="{B7EF16BC-18C4-48AA-8E26-60BED43D2596}" srcOrd="1" destOrd="0" parTransId="{02D08043-10C1-4B05-9D2D-3C64077BAD78}" sibTransId="{D4F3F31F-CBAE-4E93-A03F-6F84AA775148}"/>
    <dgm:cxn modelId="{DFDECE5B-9679-4ADE-8DBD-E2078385AB0E}" srcId="{D369523D-C276-4D44-A21C-AAC3EF5E908E}" destId="{0A4CC670-6398-473F-972A-CB9DF16F0860}" srcOrd="0" destOrd="0" parTransId="{8CF17B8E-2341-4BA0-8BCC-55E41804A5B3}" sibTransId="{406644B5-6052-4A7E-960D-BF8DD97B60C8}"/>
    <dgm:cxn modelId="{2B738951-FBE4-4F33-951E-29A46BEA4AB0}" srcId="{D369523D-C276-4D44-A21C-AAC3EF5E908E}" destId="{6498F7F3-D5DC-4B79-8AFE-77571A77E96D}" srcOrd="2" destOrd="0" parTransId="{1AAA5C96-C123-4795-8E1F-B845FCC4F784}" sibTransId="{108F1BDD-E526-4F22-B149-0B28E2B1B165}"/>
    <dgm:cxn modelId="{52E44F80-5350-4E2D-9CE0-5C331AF70D3F}" type="presOf" srcId="{0A4CC670-6398-473F-972A-CB9DF16F0860}" destId="{70F48C71-AC52-4945-BEB9-3931CE564FF6}" srcOrd="0" destOrd="0" presId="urn:microsoft.com/office/officeart/2005/8/layout/hierarchy1"/>
    <dgm:cxn modelId="{56603194-1B8F-47E4-98BF-265F9A68DC66}" type="presOf" srcId="{B7EF16BC-18C4-48AA-8E26-60BED43D2596}" destId="{C3E281B7-DF7E-4D70-8B87-E8F3078B7F62}" srcOrd="0" destOrd="0" presId="urn:microsoft.com/office/officeart/2005/8/layout/hierarchy1"/>
    <dgm:cxn modelId="{3081FBB0-A959-4AE3-A0BA-AB8E8DD54A64}" type="presOf" srcId="{644E232E-790A-4B96-BCEA-38167ABC0862}" destId="{6A19A5BB-EE59-4E79-B3CE-CA624AC0CF1F}" srcOrd="0" destOrd="0" presId="urn:microsoft.com/office/officeart/2005/8/layout/hierarchy1"/>
    <dgm:cxn modelId="{65882AFA-44EF-4BFF-91FD-B50AA705D884}" type="presOf" srcId="{6498F7F3-D5DC-4B79-8AFE-77571A77E96D}" destId="{1776E75F-7EFF-4822-A324-DAE7D8D475CA}" srcOrd="0" destOrd="0" presId="urn:microsoft.com/office/officeart/2005/8/layout/hierarchy1"/>
    <dgm:cxn modelId="{A2D0C83E-A405-46FF-9358-8A89610C9A36}" type="presParOf" srcId="{88509761-3C45-4BD4-AE0B-E26B6CB97B94}" destId="{15B2C516-E1BB-4331-990E-51AAE69ED84B}" srcOrd="0" destOrd="0" presId="urn:microsoft.com/office/officeart/2005/8/layout/hierarchy1"/>
    <dgm:cxn modelId="{53153AD1-313D-4398-93A4-164D2DCC4428}" type="presParOf" srcId="{15B2C516-E1BB-4331-990E-51AAE69ED84B}" destId="{5547837F-AFF0-42A1-909B-B983572822F3}" srcOrd="0" destOrd="0" presId="urn:microsoft.com/office/officeart/2005/8/layout/hierarchy1"/>
    <dgm:cxn modelId="{C57995E2-128B-4D9D-A699-5403292067CE}" type="presParOf" srcId="{5547837F-AFF0-42A1-909B-B983572822F3}" destId="{F31F2CE8-88DA-46C2-8F90-0A517800685E}" srcOrd="0" destOrd="0" presId="urn:microsoft.com/office/officeart/2005/8/layout/hierarchy1"/>
    <dgm:cxn modelId="{2D82FC3B-BD2B-42F2-A75E-7E8B9087F7F9}" type="presParOf" srcId="{5547837F-AFF0-42A1-909B-B983572822F3}" destId="{70F48C71-AC52-4945-BEB9-3931CE564FF6}" srcOrd="1" destOrd="0" presId="urn:microsoft.com/office/officeart/2005/8/layout/hierarchy1"/>
    <dgm:cxn modelId="{E4DE0D06-A4FB-4492-B035-436E6F95FEBB}" type="presParOf" srcId="{15B2C516-E1BB-4331-990E-51AAE69ED84B}" destId="{050FF8BA-FECC-4D8A-BBED-AE40972A091F}" srcOrd="1" destOrd="0" presId="urn:microsoft.com/office/officeart/2005/8/layout/hierarchy1"/>
    <dgm:cxn modelId="{B14E3264-6029-4E5B-9AFC-F5621D37A83B}" type="presParOf" srcId="{88509761-3C45-4BD4-AE0B-E26B6CB97B94}" destId="{BA398AEE-133A-44DD-8B5A-79E027C0578C}" srcOrd="1" destOrd="0" presId="urn:microsoft.com/office/officeart/2005/8/layout/hierarchy1"/>
    <dgm:cxn modelId="{2768D3C7-1D82-4268-9A6D-B92164C7E988}" type="presParOf" srcId="{BA398AEE-133A-44DD-8B5A-79E027C0578C}" destId="{8ECCDE23-4557-4A13-8414-DEE684BC7AA2}" srcOrd="0" destOrd="0" presId="urn:microsoft.com/office/officeart/2005/8/layout/hierarchy1"/>
    <dgm:cxn modelId="{3610D7A3-C3AB-46A9-90FB-AD0C109952B8}" type="presParOf" srcId="{8ECCDE23-4557-4A13-8414-DEE684BC7AA2}" destId="{FDAF88E0-C213-487E-8F80-BEC921CAF5C8}" srcOrd="0" destOrd="0" presId="urn:microsoft.com/office/officeart/2005/8/layout/hierarchy1"/>
    <dgm:cxn modelId="{B31E20B4-278A-4144-9B7D-BE269B072275}" type="presParOf" srcId="{8ECCDE23-4557-4A13-8414-DEE684BC7AA2}" destId="{C3E281B7-DF7E-4D70-8B87-E8F3078B7F62}" srcOrd="1" destOrd="0" presId="urn:microsoft.com/office/officeart/2005/8/layout/hierarchy1"/>
    <dgm:cxn modelId="{0E6E134E-7DDE-4D6D-B6B2-3170B8049E2B}" type="presParOf" srcId="{BA398AEE-133A-44DD-8B5A-79E027C0578C}" destId="{9293FB27-8BE3-424A-9925-D61DA642F0DC}" srcOrd="1" destOrd="0" presId="urn:microsoft.com/office/officeart/2005/8/layout/hierarchy1"/>
    <dgm:cxn modelId="{C40C4878-C639-46DB-81EE-7F2AB541C5A3}" type="presParOf" srcId="{88509761-3C45-4BD4-AE0B-E26B6CB97B94}" destId="{1A6A1B4F-5CA3-4873-A4B6-C0CC0468CD2A}" srcOrd="2" destOrd="0" presId="urn:microsoft.com/office/officeart/2005/8/layout/hierarchy1"/>
    <dgm:cxn modelId="{F849205F-4101-4697-B67A-0DF27C980681}" type="presParOf" srcId="{1A6A1B4F-5CA3-4873-A4B6-C0CC0468CD2A}" destId="{D0B2DDC9-FED9-4CA4-AD6E-CC38E7A88957}" srcOrd="0" destOrd="0" presId="urn:microsoft.com/office/officeart/2005/8/layout/hierarchy1"/>
    <dgm:cxn modelId="{D9340A81-9264-4CCD-91C9-28ADCAD3AD32}" type="presParOf" srcId="{D0B2DDC9-FED9-4CA4-AD6E-CC38E7A88957}" destId="{FF7A4211-52F0-47C7-AA42-19812B918C14}" srcOrd="0" destOrd="0" presId="urn:microsoft.com/office/officeart/2005/8/layout/hierarchy1"/>
    <dgm:cxn modelId="{EA2AA86F-4E9F-418E-9EB7-BC160C49ED08}" type="presParOf" srcId="{D0B2DDC9-FED9-4CA4-AD6E-CC38E7A88957}" destId="{1776E75F-7EFF-4822-A324-DAE7D8D475CA}" srcOrd="1" destOrd="0" presId="urn:microsoft.com/office/officeart/2005/8/layout/hierarchy1"/>
    <dgm:cxn modelId="{E7B436A9-DF90-460E-A21B-ADA1F3FAC447}" type="presParOf" srcId="{1A6A1B4F-5CA3-4873-A4B6-C0CC0468CD2A}" destId="{7C54B45D-F7D7-4BB7-9CB3-0219D6BEE218}" srcOrd="1" destOrd="0" presId="urn:microsoft.com/office/officeart/2005/8/layout/hierarchy1"/>
    <dgm:cxn modelId="{2790AD07-EAB4-4E41-99F5-C3737230BECF}" type="presParOf" srcId="{88509761-3C45-4BD4-AE0B-E26B6CB97B94}" destId="{26A2FBBE-990A-400C-8C1F-14E1EF03F5E7}" srcOrd="3" destOrd="0" presId="urn:microsoft.com/office/officeart/2005/8/layout/hierarchy1"/>
    <dgm:cxn modelId="{84979473-D4DA-41C3-B068-03F6E51A9406}" type="presParOf" srcId="{26A2FBBE-990A-400C-8C1F-14E1EF03F5E7}" destId="{3963B6AE-88E0-4A4F-88CF-6DF659728203}" srcOrd="0" destOrd="0" presId="urn:microsoft.com/office/officeart/2005/8/layout/hierarchy1"/>
    <dgm:cxn modelId="{F49707A7-EFE4-403F-90AB-6EEE6B631AC4}" type="presParOf" srcId="{3963B6AE-88E0-4A4F-88CF-6DF659728203}" destId="{759F8AE6-67F4-46D5-BE34-B680E7860527}" srcOrd="0" destOrd="0" presId="urn:microsoft.com/office/officeart/2005/8/layout/hierarchy1"/>
    <dgm:cxn modelId="{C531D596-839D-4577-933C-212DDAFBD28E}" type="presParOf" srcId="{3963B6AE-88E0-4A4F-88CF-6DF659728203}" destId="{6A19A5BB-EE59-4E79-B3CE-CA624AC0CF1F}" srcOrd="1" destOrd="0" presId="urn:microsoft.com/office/officeart/2005/8/layout/hierarchy1"/>
    <dgm:cxn modelId="{C220EAE0-9E33-4CFF-81E0-DCD33A1EE340}" type="presParOf" srcId="{26A2FBBE-990A-400C-8C1F-14E1EF03F5E7}" destId="{4B306709-5483-414D-A22C-082DF87428C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2919EF4-0097-4040-8FB9-F920C4355CD4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CBFB294-5F79-442B-9D5C-184E33651FAA}">
      <dgm:prSet/>
      <dgm:spPr/>
      <dgm:t>
        <a:bodyPr/>
        <a:lstStyle/>
        <a:p>
          <a:r>
            <a:rPr lang="en-US" b="0" i="0"/>
            <a:t>Who – people (subject)</a:t>
          </a:r>
          <a:endParaRPr lang="en-US"/>
        </a:p>
      </dgm:t>
    </dgm:pt>
    <dgm:pt modelId="{D346CF65-E7F8-425A-9939-B42A96EC24E2}" type="parTrans" cxnId="{F010A231-DAB9-4F92-AFD2-C70B466B8348}">
      <dgm:prSet/>
      <dgm:spPr/>
      <dgm:t>
        <a:bodyPr/>
        <a:lstStyle/>
        <a:p>
          <a:endParaRPr lang="en-US"/>
        </a:p>
      </dgm:t>
    </dgm:pt>
    <dgm:pt modelId="{43F258C7-F2EE-4087-9913-1B46C6C360CB}" type="sibTrans" cxnId="{F010A231-DAB9-4F92-AFD2-C70B466B8348}">
      <dgm:prSet/>
      <dgm:spPr/>
      <dgm:t>
        <a:bodyPr/>
        <a:lstStyle/>
        <a:p>
          <a:endParaRPr lang="en-US"/>
        </a:p>
      </dgm:t>
    </dgm:pt>
    <dgm:pt modelId="{6B8F55F4-363F-42F7-8D3B-209977B554FF}">
      <dgm:prSet/>
      <dgm:spPr/>
      <dgm:t>
        <a:bodyPr/>
        <a:lstStyle/>
        <a:p>
          <a:r>
            <a:rPr lang="en-US" b="0" i="0"/>
            <a:t>Whom – people (object)</a:t>
          </a:r>
          <a:endParaRPr lang="en-US"/>
        </a:p>
      </dgm:t>
    </dgm:pt>
    <dgm:pt modelId="{157B48EA-022C-4F1A-A699-E74F4EC90154}" type="parTrans" cxnId="{0D2D0AB5-FA27-4302-AD59-D5E74C573E28}">
      <dgm:prSet/>
      <dgm:spPr/>
      <dgm:t>
        <a:bodyPr/>
        <a:lstStyle/>
        <a:p>
          <a:endParaRPr lang="en-US"/>
        </a:p>
      </dgm:t>
    </dgm:pt>
    <dgm:pt modelId="{77340431-AAA3-4D12-8AC8-E8B36714D025}" type="sibTrans" cxnId="{0D2D0AB5-FA27-4302-AD59-D5E74C573E28}">
      <dgm:prSet/>
      <dgm:spPr/>
      <dgm:t>
        <a:bodyPr/>
        <a:lstStyle/>
        <a:p>
          <a:endParaRPr lang="en-US"/>
        </a:p>
      </dgm:t>
    </dgm:pt>
    <dgm:pt modelId="{F1D8325E-3396-4E88-BC68-8A6FC57CCAD7}">
      <dgm:prSet/>
      <dgm:spPr/>
      <dgm:t>
        <a:bodyPr/>
        <a:lstStyle/>
        <a:p>
          <a:r>
            <a:rPr lang="en-US" b="0" i="0"/>
            <a:t>Whose – possession</a:t>
          </a:r>
          <a:endParaRPr lang="en-US"/>
        </a:p>
      </dgm:t>
    </dgm:pt>
    <dgm:pt modelId="{895A9502-B788-402B-8F9F-C07C1EABF599}" type="parTrans" cxnId="{747B69C2-2655-4965-B932-93B4C26C0B28}">
      <dgm:prSet/>
      <dgm:spPr/>
      <dgm:t>
        <a:bodyPr/>
        <a:lstStyle/>
        <a:p>
          <a:endParaRPr lang="en-US"/>
        </a:p>
      </dgm:t>
    </dgm:pt>
    <dgm:pt modelId="{D2BE1CC0-E74E-456B-884C-2B2B279E44C6}" type="sibTrans" cxnId="{747B69C2-2655-4965-B932-93B4C26C0B28}">
      <dgm:prSet/>
      <dgm:spPr/>
      <dgm:t>
        <a:bodyPr/>
        <a:lstStyle/>
        <a:p>
          <a:endParaRPr lang="en-US"/>
        </a:p>
      </dgm:t>
    </dgm:pt>
    <dgm:pt modelId="{5464F125-8358-42A1-8F26-10E9370EFDD1}">
      <dgm:prSet/>
      <dgm:spPr/>
      <dgm:t>
        <a:bodyPr/>
        <a:lstStyle/>
        <a:p>
          <a:r>
            <a:rPr lang="en-US" b="0" i="0"/>
            <a:t>Which – things/animals</a:t>
          </a:r>
          <a:endParaRPr lang="en-US"/>
        </a:p>
      </dgm:t>
    </dgm:pt>
    <dgm:pt modelId="{92448271-0F1A-496E-8432-3B0B481796D0}" type="parTrans" cxnId="{173F9715-F6C4-42FD-8520-362974BFC563}">
      <dgm:prSet/>
      <dgm:spPr/>
      <dgm:t>
        <a:bodyPr/>
        <a:lstStyle/>
        <a:p>
          <a:endParaRPr lang="en-US"/>
        </a:p>
      </dgm:t>
    </dgm:pt>
    <dgm:pt modelId="{57349834-B09E-4DC3-8835-E509FAAC12DF}" type="sibTrans" cxnId="{173F9715-F6C4-42FD-8520-362974BFC563}">
      <dgm:prSet/>
      <dgm:spPr/>
      <dgm:t>
        <a:bodyPr/>
        <a:lstStyle/>
        <a:p>
          <a:endParaRPr lang="en-US"/>
        </a:p>
      </dgm:t>
    </dgm:pt>
    <dgm:pt modelId="{47373C15-0257-46BE-9FEB-E0C6E7EE3302}">
      <dgm:prSet/>
      <dgm:spPr/>
      <dgm:t>
        <a:bodyPr/>
        <a:lstStyle/>
        <a:p>
          <a:r>
            <a:rPr lang="en-US" b="0" i="0"/>
            <a:t>That – people &amp; things</a:t>
          </a:r>
          <a:endParaRPr lang="en-US"/>
        </a:p>
      </dgm:t>
    </dgm:pt>
    <dgm:pt modelId="{09D036D5-FEAD-4E67-B5D4-DC2D68404ED7}" type="parTrans" cxnId="{9C96B232-4FF0-45B6-B132-4C82CF335DC9}">
      <dgm:prSet/>
      <dgm:spPr/>
      <dgm:t>
        <a:bodyPr/>
        <a:lstStyle/>
        <a:p>
          <a:endParaRPr lang="en-US"/>
        </a:p>
      </dgm:t>
    </dgm:pt>
    <dgm:pt modelId="{DC9FF51E-F78E-4154-8D4C-9AC9AB19736B}" type="sibTrans" cxnId="{9C96B232-4FF0-45B6-B132-4C82CF335DC9}">
      <dgm:prSet/>
      <dgm:spPr/>
      <dgm:t>
        <a:bodyPr/>
        <a:lstStyle/>
        <a:p>
          <a:endParaRPr lang="en-US"/>
        </a:p>
      </dgm:t>
    </dgm:pt>
    <dgm:pt modelId="{B01ABECC-18E0-442A-BFE6-D3BEF78B7063}">
      <dgm:prSet/>
      <dgm:spPr/>
      <dgm:t>
        <a:bodyPr/>
        <a:lstStyle/>
        <a:p>
          <a:r>
            <a:rPr lang="en-US" b="0" i="0"/>
            <a:t>Where – place</a:t>
          </a:r>
          <a:endParaRPr lang="en-US"/>
        </a:p>
      </dgm:t>
    </dgm:pt>
    <dgm:pt modelId="{8FBE4BC0-4897-4151-A5C4-6F96954CE4D2}" type="parTrans" cxnId="{5ACAB6F5-13C8-4E8A-85C9-3B9462117B60}">
      <dgm:prSet/>
      <dgm:spPr/>
      <dgm:t>
        <a:bodyPr/>
        <a:lstStyle/>
        <a:p>
          <a:endParaRPr lang="en-US"/>
        </a:p>
      </dgm:t>
    </dgm:pt>
    <dgm:pt modelId="{599B1052-A732-4DEB-AD24-409A36ADCC4B}" type="sibTrans" cxnId="{5ACAB6F5-13C8-4E8A-85C9-3B9462117B60}">
      <dgm:prSet/>
      <dgm:spPr/>
      <dgm:t>
        <a:bodyPr/>
        <a:lstStyle/>
        <a:p>
          <a:endParaRPr lang="en-US"/>
        </a:p>
      </dgm:t>
    </dgm:pt>
    <dgm:pt modelId="{DF64808C-538A-4FE4-92EE-3F983B9A8A39}">
      <dgm:prSet/>
      <dgm:spPr/>
      <dgm:t>
        <a:bodyPr/>
        <a:lstStyle/>
        <a:p>
          <a:r>
            <a:rPr lang="en-US" b="0" i="0"/>
            <a:t>When – time</a:t>
          </a:r>
          <a:endParaRPr lang="en-US"/>
        </a:p>
      </dgm:t>
    </dgm:pt>
    <dgm:pt modelId="{FA7E44B6-DF52-42AE-8DEA-E23B26BE233C}" type="parTrans" cxnId="{B6DDA6AA-85C2-4EEE-9C97-FEFD169842D6}">
      <dgm:prSet/>
      <dgm:spPr/>
      <dgm:t>
        <a:bodyPr/>
        <a:lstStyle/>
        <a:p>
          <a:endParaRPr lang="en-US"/>
        </a:p>
      </dgm:t>
    </dgm:pt>
    <dgm:pt modelId="{2B0380D3-13C8-4E1A-8F4A-565D3B013AF7}" type="sibTrans" cxnId="{B6DDA6AA-85C2-4EEE-9C97-FEFD169842D6}">
      <dgm:prSet/>
      <dgm:spPr/>
      <dgm:t>
        <a:bodyPr/>
        <a:lstStyle/>
        <a:p>
          <a:endParaRPr lang="en-US"/>
        </a:p>
      </dgm:t>
    </dgm:pt>
    <dgm:pt modelId="{EC71F519-0D61-45A3-B47C-E2A75005ADAD}">
      <dgm:prSet/>
      <dgm:spPr/>
      <dgm:t>
        <a:bodyPr/>
        <a:lstStyle/>
        <a:p>
          <a:r>
            <a:rPr lang="en-US" b="0" i="0"/>
            <a:t>Why – reason</a:t>
          </a:r>
          <a:endParaRPr lang="en-US"/>
        </a:p>
      </dgm:t>
    </dgm:pt>
    <dgm:pt modelId="{D175E6B3-0FDC-441F-96DD-5D647ADB3633}" type="parTrans" cxnId="{27CD2D5B-8A82-4D56-A937-6030DA44FFD2}">
      <dgm:prSet/>
      <dgm:spPr/>
      <dgm:t>
        <a:bodyPr/>
        <a:lstStyle/>
        <a:p>
          <a:endParaRPr lang="en-US"/>
        </a:p>
      </dgm:t>
    </dgm:pt>
    <dgm:pt modelId="{895BE0CA-0E50-411D-AE86-C9F1BC4C5F5B}" type="sibTrans" cxnId="{27CD2D5B-8A82-4D56-A937-6030DA44FFD2}">
      <dgm:prSet/>
      <dgm:spPr/>
      <dgm:t>
        <a:bodyPr/>
        <a:lstStyle/>
        <a:p>
          <a:endParaRPr lang="en-US"/>
        </a:p>
      </dgm:t>
    </dgm:pt>
    <dgm:pt modelId="{643D9684-044E-454D-BD13-82B6E61D94EA}" type="pres">
      <dgm:prSet presAssocID="{42919EF4-0097-4040-8FB9-F920C4355CD4}" presName="diagram" presStyleCnt="0">
        <dgm:presLayoutVars>
          <dgm:dir/>
          <dgm:resizeHandles val="exact"/>
        </dgm:presLayoutVars>
      </dgm:prSet>
      <dgm:spPr/>
    </dgm:pt>
    <dgm:pt modelId="{1F49108D-C546-4159-8D04-8581FE60BC2B}" type="pres">
      <dgm:prSet presAssocID="{8CBFB294-5F79-442B-9D5C-184E33651FAA}" presName="node" presStyleLbl="node1" presStyleIdx="0" presStyleCnt="8">
        <dgm:presLayoutVars>
          <dgm:bulletEnabled val="1"/>
        </dgm:presLayoutVars>
      </dgm:prSet>
      <dgm:spPr/>
    </dgm:pt>
    <dgm:pt modelId="{0B3A0A22-54F1-48F0-A4F2-7065292886A4}" type="pres">
      <dgm:prSet presAssocID="{43F258C7-F2EE-4087-9913-1B46C6C360CB}" presName="sibTrans" presStyleCnt="0"/>
      <dgm:spPr/>
    </dgm:pt>
    <dgm:pt modelId="{7F18DA37-351A-4E50-ACF2-8B97BFCF1088}" type="pres">
      <dgm:prSet presAssocID="{6B8F55F4-363F-42F7-8D3B-209977B554FF}" presName="node" presStyleLbl="node1" presStyleIdx="1" presStyleCnt="8">
        <dgm:presLayoutVars>
          <dgm:bulletEnabled val="1"/>
        </dgm:presLayoutVars>
      </dgm:prSet>
      <dgm:spPr/>
    </dgm:pt>
    <dgm:pt modelId="{6988FB9A-A105-447B-B6F5-C066407A0242}" type="pres">
      <dgm:prSet presAssocID="{77340431-AAA3-4D12-8AC8-E8B36714D025}" presName="sibTrans" presStyleCnt="0"/>
      <dgm:spPr/>
    </dgm:pt>
    <dgm:pt modelId="{C03355D5-5DC9-4151-84A7-472EAD976B28}" type="pres">
      <dgm:prSet presAssocID="{F1D8325E-3396-4E88-BC68-8A6FC57CCAD7}" presName="node" presStyleLbl="node1" presStyleIdx="2" presStyleCnt="8">
        <dgm:presLayoutVars>
          <dgm:bulletEnabled val="1"/>
        </dgm:presLayoutVars>
      </dgm:prSet>
      <dgm:spPr/>
    </dgm:pt>
    <dgm:pt modelId="{19F946E5-364E-491C-85BA-D597AE144D36}" type="pres">
      <dgm:prSet presAssocID="{D2BE1CC0-E74E-456B-884C-2B2B279E44C6}" presName="sibTrans" presStyleCnt="0"/>
      <dgm:spPr/>
    </dgm:pt>
    <dgm:pt modelId="{BB23B7E9-4C27-412D-B165-05F24445C6B1}" type="pres">
      <dgm:prSet presAssocID="{5464F125-8358-42A1-8F26-10E9370EFDD1}" presName="node" presStyleLbl="node1" presStyleIdx="3" presStyleCnt="8">
        <dgm:presLayoutVars>
          <dgm:bulletEnabled val="1"/>
        </dgm:presLayoutVars>
      </dgm:prSet>
      <dgm:spPr/>
    </dgm:pt>
    <dgm:pt modelId="{6EE3915A-6339-495B-BD3E-2410B421FE3D}" type="pres">
      <dgm:prSet presAssocID="{57349834-B09E-4DC3-8835-E509FAAC12DF}" presName="sibTrans" presStyleCnt="0"/>
      <dgm:spPr/>
    </dgm:pt>
    <dgm:pt modelId="{1293A4F1-7FCE-4FF2-A7FE-D6C0F8C81F7A}" type="pres">
      <dgm:prSet presAssocID="{47373C15-0257-46BE-9FEB-E0C6E7EE3302}" presName="node" presStyleLbl="node1" presStyleIdx="4" presStyleCnt="8">
        <dgm:presLayoutVars>
          <dgm:bulletEnabled val="1"/>
        </dgm:presLayoutVars>
      </dgm:prSet>
      <dgm:spPr/>
    </dgm:pt>
    <dgm:pt modelId="{D75B3426-C1B3-4EB5-8EB1-C391AA9D3575}" type="pres">
      <dgm:prSet presAssocID="{DC9FF51E-F78E-4154-8D4C-9AC9AB19736B}" presName="sibTrans" presStyleCnt="0"/>
      <dgm:spPr/>
    </dgm:pt>
    <dgm:pt modelId="{CBC3EA54-80A4-461D-91C5-CED06003B5DF}" type="pres">
      <dgm:prSet presAssocID="{B01ABECC-18E0-442A-BFE6-D3BEF78B7063}" presName="node" presStyleLbl="node1" presStyleIdx="5" presStyleCnt="8">
        <dgm:presLayoutVars>
          <dgm:bulletEnabled val="1"/>
        </dgm:presLayoutVars>
      </dgm:prSet>
      <dgm:spPr/>
    </dgm:pt>
    <dgm:pt modelId="{AA36EE97-BF54-4198-A3E9-6604A8CA3BCF}" type="pres">
      <dgm:prSet presAssocID="{599B1052-A732-4DEB-AD24-409A36ADCC4B}" presName="sibTrans" presStyleCnt="0"/>
      <dgm:spPr/>
    </dgm:pt>
    <dgm:pt modelId="{0127355B-A4CA-4DD9-8233-CE8C6FA1F51B}" type="pres">
      <dgm:prSet presAssocID="{DF64808C-538A-4FE4-92EE-3F983B9A8A39}" presName="node" presStyleLbl="node1" presStyleIdx="6" presStyleCnt="8">
        <dgm:presLayoutVars>
          <dgm:bulletEnabled val="1"/>
        </dgm:presLayoutVars>
      </dgm:prSet>
      <dgm:spPr/>
    </dgm:pt>
    <dgm:pt modelId="{113EE145-7E37-4C28-A828-52E032432158}" type="pres">
      <dgm:prSet presAssocID="{2B0380D3-13C8-4E1A-8F4A-565D3B013AF7}" presName="sibTrans" presStyleCnt="0"/>
      <dgm:spPr/>
    </dgm:pt>
    <dgm:pt modelId="{41C3021B-F47A-4E55-B2FF-CF4773B967A6}" type="pres">
      <dgm:prSet presAssocID="{EC71F519-0D61-45A3-B47C-E2A75005ADAD}" presName="node" presStyleLbl="node1" presStyleIdx="7" presStyleCnt="8">
        <dgm:presLayoutVars>
          <dgm:bulletEnabled val="1"/>
        </dgm:presLayoutVars>
      </dgm:prSet>
      <dgm:spPr/>
    </dgm:pt>
  </dgm:ptLst>
  <dgm:cxnLst>
    <dgm:cxn modelId="{173F9715-F6C4-42FD-8520-362974BFC563}" srcId="{42919EF4-0097-4040-8FB9-F920C4355CD4}" destId="{5464F125-8358-42A1-8F26-10E9370EFDD1}" srcOrd="3" destOrd="0" parTransId="{92448271-0F1A-496E-8432-3B0B481796D0}" sibTransId="{57349834-B09E-4DC3-8835-E509FAAC12DF}"/>
    <dgm:cxn modelId="{B12DC621-AD31-4E9D-80B9-14E6A2646E05}" type="presOf" srcId="{5464F125-8358-42A1-8F26-10E9370EFDD1}" destId="{BB23B7E9-4C27-412D-B165-05F24445C6B1}" srcOrd="0" destOrd="0" presId="urn:microsoft.com/office/officeart/2005/8/layout/default"/>
    <dgm:cxn modelId="{F010A231-DAB9-4F92-AFD2-C70B466B8348}" srcId="{42919EF4-0097-4040-8FB9-F920C4355CD4}" destId="{8CBFB294-5F79-442B-9D5C-184E33651FAA}" srcOrd="0" destOrd="0" parTransId="{D346CF65-E7F8-425A-9939-B42A96EC24E2}" sibTransId="{43F258C7-F2EE-4087-9913-1B46C6C360CB}"/>
    <dgm:cxn modelId="{9C96B232-4FF0-45B6-B132-4C82CF335DC9}" srcId="{42919EF4-0097-4040-8FB9-F920C4355CD4}" destId="{47373C15-0257-46BE-9FEB-E0C6E7EE3302}" srcOrd="4" destOrd="0" parTransId="{09D036D5-FEAD-4E67-B5D4-DC2D68404ED7}" sibTransId="{DC9FF51E-F78E-4154-8D4C-9AC9AB19736B}"/>
    <dgm:cxn modelId="{C0E12139-265D-43CA-A247-7BEFA7570EA8}" type="presOf" srcId="{8CBFB294-5F79-442B-9D5C-184E33651FAA}" destId="{1F49108D-C546-4159-8D04-8581FE60BC2B}" srcOrd="0" destOrd="0" presId="urn:microsoft.com/office/officeart/2005/8/layout/default"/>
    <dgm:cxn modelId="{27CD2D5B-8A82-4D56-A937-6030DA44FFD2}" srcId="{42919EF4-0097-4040-8FB9-F920C4355CD4}" destId="{EC71F519-0D61-45A3-B47C-E2A75005ADAD}" srcOrd="7" destOrd="0" parTransId="{D175E6B3-0FDC-441F-96DD-5D647ADB3633}" sibTransId="{895BE0CA-0E50-411D-AE86-C9F1BC4C5F5B}"/>
    <dgm:cxn modelId="{8E2FB86E-FE26-44F6-9F18-07D3127E30CA}" type="presOf" srcId="{DF64808C-538A-4FE4-92EE-3F983B9A8A39}" destId="{0127355B-A4CA-4DD9-8233-CE8C6FA1F51B}" srcOrd="0" destOrd="0" presId="urn:microsoft.com/office/officeart/2005/8/layout/default"/>
    <dgm:cxn modelId="{B6DDA6AA-85C2-4EEE-9C97-FEFD169842D6}" srcId="{42919EF4-0097-4040-8FB9-F920C4355CD4}" destId="{DF64808C-538A-4FE4-92EE-3F983B9A8A39}" srcOrd="6" destOrd="0" parTransId="{FA7E44B6-DF52-42AE-8DEA-E23B26BE233C}" sibTransId="{2B0380D3-13C8-4E1A-8F4A-565D3B013AF7}"/>
    <dgm:cxn modelId="{C75530AC-C2C5-4C41-86C2-0A5886B04010}" type="presOf" srcId="{6B8F55F4-363F-42F7-8D3B-209977B554FF}" destId="{7F18DA37-351A-4E50-ACF2-8B97BFCF1088}" srcOrd="0" destOrd="0" presId="urn:microsoft.com/office/officeart/2005/8/layout/default"/>
    <dgm:cxn modelId="{0D2D0AB5-FA27-4302-AD59-D5E74C573E28}" srcId="{42919EF4-0097-4040-8FB9-F920C4355CD4}" destId="{6B8F55F4-363F-42F7-8D3B-209977B554FF}" srcOrd="1" destOrd="0" parTransId="{157B48EA-022C-4F1A-A699-E74F4EC90154}" sibTransId="{77340431-AAA3-4D12-8AC8-E8B36714D025}"/>
    <dgm:cxn modelId="{E00ED5BA-413D-4FB3-BF35-56DB209A5F1E}" type="presOf" srcId="{EC71F519-0D61-45A3-B47C-E2A75005ADAD}" destId="{41C3021B-F47A-4E55-B2FF-CF4773B967A6}" srcOrd="0" destOrd="0" presId="urn:microsoft.com/office/officeart/2005/8/layout/default"/>
    <dgm:cxn modelId="{11631FBD-97FE-4442-AAB3-73EFFA8BEA66}" type="presOf" srcId="{F1D8325E-3396-4E88-BC68-8A6FC57CCAD7}" destId="{C03355D5-5DC9-4151-84A7-472EAD976B28}" srcOrd="0" destOrd="0" presId="urn:microsoft.com/office/officeart/2005/8/layout/default"/>
    <dgm:cxn modelId="{747B69C2-2655-4965-B932-93B4C26C0B28}" srcId="{42919EF4-0097-4040-8FB9-F920C4355CD4}" destId="{F1D8325E-3396-4E88-BC68-8A6FC57CCAD7}" srcOrd="2" destOrd="0" parTransId="{895A9502-B788-402B-8F9F-C07C1EABF599}" sibTransId="{D2BE1CC0-E74E-456B-884C-2B2B279E44C6}"/>
    <dgm:cxn modelId="{946B0DD4-823F-4E36-9287-5AFF7F4D01C3}" type="presOf" srcId="{B01ABECC-18E0-442A-BFE6-D3BEF78B7063}" destId="{CBC3EA54-80A4-461D-91C5-CED06003B5DF}" srcOrd="0" destOrd="0" presId="urn:microsoft.com/office/officeart/2005/8/layout/default"/>
    <dgm:cxn modelId="{B0632AE3-B95F-4D26-8427-F5BC04354FEF}" type="presOf" srcId="{42919EF4-0097-4040-8FB9-F920C4355CD4}" destId="{643D9684-044E-454D-BD13-82B6E61D94EA}" srcOrd="0" destOrd="0" presId="urn:microsoft.com/office/officeart/2005/8/layout/default"/>
    <dgm:cxn modelId="{5A4883E5-0499-47DD-9CE6-7CF2FC81878B}" type="presOf" srcId="{47373C15-0257-46BE-9FEB-E0C6E7EE3302}" destId="{1293A4F1-7FCE-4FF2-A7FE-D6C0F8C81F7A}" srcOrd="0" destOrd="0" presId="urn:microsoft.com/office/officeart/2005/8/layout/default"/>
    <dgm:cxn modelId="{5ACAB6F5-13C8-4E8A-85C9-3B9462117B60}" srcId="{42919EF4-0097-4040-8FB9-F920C4355CD4}" destId="{B01ABECC-18E0-442A-BFE6-D3BEF78B7063}" srcOrd="5" destOrd="0" parTransId="{8FBE4BC0-4897-4151-A5C4-6F96954CE4D2}" sibTransId="{599B1052-A732-4DEB-AD24-409A36ADCC4B}"/>
    <dgm:cxn modelId="{0A993DFF-3CBF-4AF4-8E24-EC804FEC0EEB}" type="presParOf" srcId="{643D9684-044E-454D-BD13-82B6E61D94EA}" destId="{1F49108D-C546-4159-8D04-8581FE60BC2B}" srcOrd="0" destOrd="0" presId="urn:microsoft.com/office/officeart/2005/8/layout/default"/>
    <dgm:cxn modelId="{4F28202F-C0FA-4944-A757-AE5ADB855427}" type="presParOf" srcId="{643D9684-044E-454D-BD13-82B6E61D94EA}" destId="{0B3A0A22-54F1-48F0-A4F2-7065292886A4}" srcOrd="1" destOrd="0" presId="urn:microsoft.com/office/officeart/2005/8/layout/default"/>
    <dgm:cxn modelId="{B7485FC2-11D2-415C-A187-55BFF5D76CFB}" type="presParOf" srcId="{643D9684-044E-454D-BD13-82B6E61D94EA}" destId="{7F18DA37-351A-4E50-ACF2-8B97BFCF1088}" srcOrd="2" destOrd="0" presId="urn:microsoft.com/office/officeart/2005/8/layout/default"/>
    <dgm:cxn modelId="{E4F3DBE9-C110-4588-8CB7-702B6F8F1639}" type="presParOf" srcId="{643D9684-044E-454D-BD13-82B6E61D94EA}" destId="{6988FB9A-A105-447B-B6F5-C066407A0242}" srcOrd="3" destOrd="0" presId="urn:microsoft.com/office/officeart/2005/8/layout/default"/>
    <dgm:cxn modelId="{57437AD4-21AA-4378-AB1C-498DB5D02635}" type="presParOf" srcId="{643D9684-044E-454D-BD13-82B6E61D94EA}" destId="{C03355D5-5DC9-4151-84A7-472EAD976B28}" srcOrd="4" destOrd="0" presId="urn:microsoft.com/office/officeart/2005/8/layout/default"/>
    <dgm:cxn modelId="{01938361-BE35-4852-A709-BC94F050868A}" type="presParOf" srcId="{643D9684-044E-454D-BD13-82B6E61D94EA}" destId="{19F946E5-364E-491C-85BA-D597AE144D36}" srcOrd="5" destOrd="0" presId="urn:microsoft.com/office/officeart/2005/8/layout/default"/>
    <dgm:cxn modelId="{2444AE8E-9B02-486F-B729-463FCC095FEF}" type="presParOf" srcId="{643D9684-044E-454D-BD13-82B6E61D94EA}" destId="{BB23B7E9-4C27-412D-B165-05F24445C6B1}" srcOrd="6" destOrd="0" presId="urn:microsoft.com/office/officeart/2005/8/layout/default"/>
    <dgm:cxn modelId="{1DD46720-0BB1-41F1-8BE6-C5F7BC944A03}" type="presParOf" srcId="{643D9684-044E-454D-BD13-82B6E61D94EA}" destId="{6EE3915A-6339-495B-BD3E-2410B421FE3D}" srcOrd="7" destOrd="0" presId="urn:microsoft.com/office/officeart/2005/8/layout/default"/>
    <dgm:cxn modelId="{C785E747-BE11-4DC0-B41B-336AFCB6FA2C}" type="presParOf" srcId="{643D9684-044E-454D-BD13-82B6E61D94EA}" destId="{1293A4F1-7FCE-4FF2-A7FE-D6C0F8C81F7A}" srcOrd="8" destOrd="0" presId="urn:microsoft.com/office/officeart/2005/8/layout/default"/>
    <dgm:cxn modelId="{9BC0DB22-FCC5-434F-8053-70F310A2D820}" type="presParOf" srcId="{643D9684-044E-454D-BD13-82B6E61D94EA}" destId="{D75B3426-C1B3-4EB5-8EB1-C391AA9D3575}" srcOrd="9" destOrd="0" presId="urn:microsoft.com/office/officeart/2005/8/layout/default"/>
    <dgm:cxn modelId="{2AFCF382-9686-4CF5-85F6-8CB41553BAEE}" type="presParOf" srcId="{643D9684-044E-454D-BD13-82B6E61D94EA}" destId="{CBC3EA54-80A4-461D-91C5-CED06003B5DF}" srcOrd="10" destOrd="0" presId="urn:microsoft.com/office/officeart/2005/8/layout/default"/>
    <dgm:cxn modelId="{5A99268D-C516-44EF-8923-C09D0EE54530}" type="presParOf" srcId="{643D9684-044E-454D-BD13-82B6E61D94EA}" destId="{AA36EE97-BF54-4198-A3E9-6604A8CA3BCF}" srcOrd="11" destOrd="0" presId="urn:microsoft.com/office/officeart/2005/8/layout/default"/>
    <dgm:cxn modelId="{974B499F-ED49-4D1D-98EF-10F1B0BC74B1}" type="presParOf" srcId="{643D9684-044E-454D-BD13-82B6E61D94EA}" destId="{0127355B-A4CA-4DD9-8233-CE8C6FA1F51B}" srcOrd="12" destOrd="0" presId="urn:microsoft.com/office/officeart/2005/8/layout/default"/>
    <dgm:cxn modelId="{34A3D980-9220-460B-B13A-98E160684D15}" type="presParOf" srcId="{643D9684-044E-454D-BD13-82B6E61D94EA}" destId="{113EE145-7E37-4C28-A828-52E032432158}" srcOrd="13" destOrd="0" presId="urn:microsoft.com/office/officeart/2005/8/layout/default"/>
    <dgm:cxn modelId="{2B4DBB6B-D72B-42FB-8858-1D7332AE036C}" type="presParOf" srcId="{643D9684-044E-454D-BD13-82B6E61D94EA}" destId="{41C3021B-F47A-4E55-B2FF-CF4773B967A6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7AFCB1-1248-4E7A-9D16-DEEB7AAB58B2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8CD2850-AF9C-4373-893E-4790752FF7A9}">
      <dgm:prSet/>
      <dgm:spPr/>
      <dgm:t>
        <a:bodyPr/>
        <a:lstStyle/>
        <a:p>
          <a:r>
            <a:rPr lang="en-US" b="0" i="0"/>
            <a:t>Used for people as the subject</a:t>
          </a:r>
          <a:endParaRPr lang="en-US"/>
        </a:p>
      </dgm:t>
    </dgm:pt>
    <dgm:pt modelId="{581E688B-B79E-45C6-9779-6EC6AC8E24C4}" type="parTrans" cxnId="{2E9C1826-220A-421F-9FF9-1187DD33339E}">
      <dgm:prSet/>
      <dgm:spPr/>
      <dgm:t>
        <a:bodyPr/>
        <a:lstStyle/>
        <a:p>
          <a:endParaRPr lang="en-US"/>
        </a:p>
      </dgm:t>
    </dgm:pt>
    <dgm:pt modelId="{353AA9C7-0AC2-42AD-8798-7786B5E19F83}" type="sibTrans" cxnId="{2E9C1826-220A-421F-9FF9-1187DD33339E}">
      <dgm:prSet/>
      <dgm:spPr/>
      <dgm:t>
        <a:bodyPr/>
        <a:lstStyle/>
        <a:p>
          <a:endParaRPr lang="en-US"/>
        </a:p>
      </dgm:t>
    </dgm:pt>
    <dgm:pt modelId="{01B838D3-AECC-4C89-AFAA-6B2BA960196C}">
      <dgm:prSet/>
      <dgm:spPr/>
      <dgm:t>
        <a:bodyPr/>
        <a:lstStyle/>
        <a:p>
          <a:r>
            <a:rPr lang="en-US" b="0" i="0"/>
            <a:t>Examples:</a:t>
          </a:r>
          <a:endParaRPr lang="en-US"/>
        </a:p>
      </dgm:t>
    </dgm:pt>
    <dgm:pt modelId="{28D2F29B-88BE-40CA-A31B-62D72727E31C}" type="parTrans" cxnId="{1D31D5D3-6B3F-4CF9-BE86-440FED58194D}">
      <dgm:prSet/>
      <dgm:spPr/>
      <dgm:t>
        <a:bodyPr/>
        <a:lstStyle/>
        <a:p>
          <a:endParaRPr lang="en-US"/>
        </a:p>
      </dgm:t>
    </dgm:pt>
    <dgm:pt modelId="{7ABE5043-3D3D-4028-B7FD-978827607AE6}" type="sibTrans" cxnId="{1D31D5D3-6B3F-4CF9-BE86-440FED58194D}">
      <dgm:prSet/>
      <dgm:spPr/>
      <dgm:t>
        <a:bodyPr/>
        <a:lstStyle/>
        <a:p>
          <a:endParaRPr lang="en-US"/>
        </a:p>
      </dgm:t>
    </dgm:pt>
    <dgm:pt modelId="{F79916A5-190E-4790-8DBD-76A5AB2FD9CC}">
      <dgm:prSet/>
      <dgm:spPr/>
      <dgm:t>
        <a:bodyPr/>
        <a:lstStyle/>
        <a:p>
          <a:r>
            <a:rPr lang="en-US" b="0" i="0"/>
            <a:t>• The man who teaches us is kind.</a:t>
          </a:r>
          <a:endParaRPr lang="en-US"/>
        </a:p>
      </dgm:t>
    </dgm:pt>
    <dgm:pt modelId="{91C994F2-3622-4B29-A12D-A58633AB7472}" type="parTrans" cxnId="{50068FED-0654-4DDC-BBDC-A2A3F4AD4032}">
      <dgm:prSet/>
      <dgm:spPr/>
      <dgm:t>
        <a:bodyPr/>
        <a:lstStyle/>
        <a:p>
          <a:endParaRPr lang="en-US"/>
        </a:p>
      </dgm:t>
    </dgm:pt>
    <dgm:pt modelId="{9983E8D5-4C78-4BE0-989B-84151259B116}" type="sibTrans" cxnId="{50068FED-0654-4DDC-BBDC-A2A3F4AD4032}">
      <dgm:prSet/>
      <dgm:spPr/>
      <dgm:t>
        <a:bodyPr/>
        <a:lstStyle/>
        <a:p>
          <a:endParaRPr lang="en-US"/>
        </a:p>
      </dgm:t>
    </dgm:pt>
    <dgm:pt modelId="{2656D853-C435-4C4D-AF83-EF566F5B6395}">
      <dgm:prSet/>
      <dgm:spPr/>
      <dgm:t>
        <a:bodyPr/>
        <a:lstStyle/>
        <a:p>
          <a:r>
            <a:rPr lang="en-US" b="0" i="0"/>
            <a:t>• She is the girl who won the race.</a:t>
          </a:r>
          <a:endParaRPr lang="en-US"/>
        </a:p>
      </dgm:t>
    </dgm:pt>
    <dgm:pt modelId="{CFC66FD5-757C-4461-94F8-7A6329FCE5D0}" type="parTrans" cxnId="{05712703-26B6-49CB-86F3-56F8BE31F316}">
      <dgm:prSet/>
      <dgm:spPr/>
      <dgm:t>
        <a:bodyPr/>
        <a:lstStyle/>
        <a:p>
          <a:endParaRPr lang="en-US"/>
        </a:p>
      </dgm:t>
    </dgm:pt>
    <dgm:pt modelId="{D2A66406-5DE6-4B21-BA06-5553282DAC92}" type="sibTrans" cxnId="{05712703-26B6-49CB-86F3-56F8BE31F316}">
      <dgm:prSet/>
      <dgm:spPr/>
      <dgm:t>
        <a:bodyPr/>
        <a:lstStyle/>
        <a:p>
          <a:endParaRPr lang="en-US"/>
        </a:p>
      </dgm:t>
    </dgm:pt>
    <dgm:pt modelId="{D900FEE6-EF25-4A5E-B0B4-262D71669323}" type="pres">
      <dgm:prSet presAssocID="{AB7AFCB1-1248-4E7A-9D16-DEEB7AAB58B2}" presName="outerComposite" presStyleCnt="0">
        <dgm:presLayoutVars>
          <dgm:chMax val="5"/>
          <dgm:dir/>
          <dgm:resizeHandles val="exact"/>
        </dgm:presLayoutVars>
      </dgm:prSet>
      <dgm:spPr/>
    </dgm:pt>
    <dgm:pt modelId="{64646B17-DEDA-4054-8780-B5F48AC63AD8}" type="pres">
      <dgm:prSet presAssocID="{AB7AFCB1-1248-4E7A-9D16-DEEB7AAB58B2}" presName="dummyMaxCanvas" presStyleCnt="0">
        <dgm:presLayoutVars/>
      </dgm:prSet>
      <dgm:spPr/>
    </dgm:pt>
    <dgm:pt modelId="{5AE2CAAC-9239-41BF-80FF-C9C80ED19AA7}" type="pres">
      <dgm:prSet presAssocID="{AB7AFCB1-1248-4E7A-9D16-DEEB7AAB58B2}" presName="FourNodes_1" presStyleLbl="node1" presStyleIdx="0" presStyleCnt="4">
        <dgm:presLayoutVars>
          <dgm:bulletEnabled val="1"/>
        </dgm:presLayoutVars>
      </dgm:prSet>
      <dgm:spPr/>
    </dgm:pt>
    <dgm:pt modelId="{BB82F64D-43FC-47B4-85E3-2D595EF2E1AF}" type="pres">
      <dgm:prSet presAssocID="{AB7AFCB1-1248-4E7A-9D16-DEEB7AAB58B2}" presName="FourNodes_2" presStyleLbl="node1" presStyleIdx="1" presStyleCnt="4">
        <dgm:presLayoutVars>
          <dgm:bulletEnabled val="1"/>
        </dgm:presLayoutVars>
      </dgm:prSet>
      <dgm:spPr/>
    </dgm:pt>
    <dgm:pt modelId="{080413C7-E1F2-4974-B3E5-ABBBD1A3B1C8}" type="pres">
      <dgm:prSet presAssocID="{AB7AFCB1-1248-4E7A-9D16-DEEB7AAB58B2}" presName="FourNodes_3" presStyleLbl="node1" presStyleIdx="2" presStyleCnt="4">
        <dgm:presLayoutVars>
          <dgm:bulletEnabled val="1"/>
        </dgm:presLayoutVars>
      </dgm:prSet>
      <dgm:spPr/>
    </dgm:pt>
    <dgm:pt modelId="{A9AE12F0-33C9-4066-AA6D-E28C07598C4C}" type="pres">
      <dgm:prSet presAssocID="{AB7AFCB1-1248-4E7A-9D16-DEEB7AAB58B2}" presName="FourNodes_4" presStyleLbl="node1" presStyleIdx="3" presStyleCnt="4">
        <dgm:presLayoutVars>
          <dgm:bulletEnabled val="1"/>
        </dgm:presLayoutVars>
      </dgm:prSet>
      <dgm:spPr/>
    </dgm:pt>
    <dgm:pt modelId="{DDD500D2-5F3B-49D5-B3F0-B2CB8E116EC2}" type="pres">
      <dgm:prSet presAssocID="{AB7AFCB1-1248-4E7A-9D16-DEEB7AAB58B2}" presName="FourConn_1-2" presStyleLbl="fgAccFollowNode1" presStyleIdx="0" presStyleCnt="3">
        <dgm:presLayoutVars>
          <dgm:bulletEnabled val="1"/>
        </dgm:presLayoutVars>
      </dgm:prSet>
      <dgm:spPr/>
    </dgm:pt>
    <dgm:pt modelId="{8D50545E-BF84-481E-8D0A-8734A90C2F85}" type="pres">
      <dgm:prSet presAssocID="{AB7AFCB1-1248-4E7A-9D16-DEEB7AAB58B2}" presName="FourConn_2-3" presStyleLbl="fgAccFollowNode1" presStyleIdx="1" presStyleCnt="3">
        <dgm:presLayoutVars>
          <dgm:bulletEnabled val="1"/>
        </dgm:presLayoutVars>
      </dgm:prSet>
      <dgm:spPr/>
    </dgm:pt>
    <dgm:pt modelId="{D7B56A74-3CB8-4141-BBA9-15BC240F50AE}" type="pres">
      <dgm:prSet presAssocID="{AB7AFCB1-1248-4E7A-9D16-DEEB7AAB58B2}" presName="FourConn_3-4" presStyleLbl="fgAccFollowNode1" presStyleIdx="2" presStyleCnt="3">
        <dgm:presLayoutVars>
          <dgm:bulletEnabled val="1"/>
        </dgm:presLayoutVars>
      </dgm:prSet>
      <dgm:spPr/>
    </dgm:pt>
    <dgm:pt modelId="{AD3A64D2-0AEA-496D-A0F4-07E72D2462C2}" type="pres">
      <dgm:prSet presAssocID="{AB7AFCB1-1248-4E7A-9D16-DEEB7AAB58B2}" presName="FourNodes_1_text" presStyleLbl="node1" presStyleIdx="3" presStyleCnt="4">
        <dgm:presLayoutVars>
          <dgm:bulletEnabled val="1"/>
        </dgm:presLayoutVars>
      </dgm:prSet>
      <dgm:spPr/>
    </dgm:pt>
    <dgm:pt modelId="{7EFE4347-3B0B-4F97-BDEB-3BB5E40666FE}" type="pres">
      <dgm:prSet presAssocID="{AB7AFCB1-1248-4E7A-9D16-DEEB7AAB58B2}" presName="FourNodes_2_text" presStyleLbl="node1" presStyleIdx="3" presStyleCnt="4">
        <dgm:presLayoutVars>
          <dgm:bulletEnabled val="1"/>
        </dgm:presLayoutVars>
      </dgm:prSet>
      <dgm:spPr/>
    </dgm:pt>
    <dgm:pt modelId="{D046317A-9B54-49F8-B975-8AFD587D504A}" type="pres">
      <dgm:prSet presAssocID="{AB7AFCB1-1248-4E7A-9D16-DEEB7AAB58B2}" presName="FourNodes_3_text" presStyleLbl="node1" presStyleIdx="3" presStyleCnt="4">
        <dgm:presLayoutVars>
          <dgm:bulletEnabled val="1"/>
        </dgm:presLayoutVars>
      </dgm:prSet>
      <dgm:spPr/>
    </dgm:pt>
    <dgm:pt modelId="{3B0EAEA7-3510-43E2-9306-B2A5C020F1BB}" type="pres">
      <dgm:prSet presAssocID="{AB7AFCB1-1248-4E7A-9D16-DEEB7AAB58B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5712703-26B6-49CB-86F3-56F8BE31F316}" srcId="{AB7AFCB1-1248-4E7A-9D16-DEEB7AAB58B2}" destId="{2656D853-C435-4C4D-AF83-EF566F5B6395}" srcOrd="3" destOrd="0" parTransId="{CFC66FD5-757C-4461-94F8-7A6329FCE5D0}" sibTransId="{D2A66406-5DE6-4B21-BA06-5553282DAC92}"/>
    <dgm:cxn modelId="{D4766508-595E-4F2C-8240-201AAEC77FCE}" type="presOf" srcId="{01B838D3-AECC-4C89-AFAA-6B2BA960196C}" destId="{BB82F64D-43FC-47B4-85E3-2D595EF2E1AF}" srcOrd="0" destOrd="0" presId="urn:microsoft.com/office/officeart/2005/8/layout/vProcess5"/>
    <dgm:cxn modelId="{2E9C1826-220A-421F-9FF9-1187DD33339E}" srcId="{AB7AFCB1-1248-4E7A-9D16-DEEB7AAB58B2}" destId="{D8CD2850-AF9C-4373-893E-4790752FF7A9}" srcOrd="0" destOrd="0" parTransId="{581E688B-B79E-45C6-9779-6EC6AC8E24C4}" sibTransId="{353AA9C7-0AC2-42AD-8798-7786B5E19F83}"/>
    <dgm:cxn modelId="{3A534635-8B50-432E-8156-0046C654F2EA}" type="presOf" srcId="{F79916A5-190E-4790-8DBD-76A5AB2FD9CC}" destId="{D046317A-9B54-49F8-B975-8AFD587D504A}" srcOrd="1" destOrd="0" presId="urn:microsoft.com/office/officeart/2005/8/layout/vProcess5"/>
    <dgm:cxn modelId="{268D88B6-6F1F-4EAD-863C-B0D8D3157097}" type="presOf" srcId="{01B838D3-AECC-4C89-AFAA-6B2BA960196C}" destId="{7EFE4347-3B0B-4F97-BDEB-3BB5E40666FE}" srcOrd="1" destOrd="0" presId="urn:microsoft.com/office/officeart/2005/8/layout/vProcess5"/>
    <dgm:cxn modelId="{28BD04B9-395C-4180-844B-2B33CF8F0462}" type="presOf" srcId="{AB7AFCB1-1248-4E7A-9D16-DEEB7AAB58B2}" destId="{D900FEE6-EF25-4A5E-B0B4-262D71669323}" srcOrd="0" destOrd="0" presId="urn:microsoft.com/office/officeart/2005/8/layout/vProcess5"/>
    <dgm:cxn modelId="{4A9E76BE-5D4E-4695-99A6-0871E77972F8}" type="presOf" srcId="{353AA9C7-0AC2-42AD-8798-7786B5E19F83}" destId="{DDD500D2-5F3B-49D5-B3F0-B2CB8E116EC2}" srcOrd="0" destOrd="0" presId="urn:microsoft.com/office/officeart/2005/8/layout/vProcess5"/>
    <dgm:cxn modelId="{79077FC6-3192-4462-8345-1510859FF001}" type="presOf" srcId="{D8CD2850-AF9C-4373-893E-4790752FF7A9}" destId="{5AE2CAAC-9239-41BF-80FF-C9C80ED19AA7}" srcOrd="0" destOrd="0" presId="urn:microsoft.com/office/officeart/2005/8/layout/vProcess5"/>
    <dgm:cxn modelId="{F0250ECC-0EDA-48CF-9FDF-D1BD42EDDE4C}" type="presOf" srcId="{F79916A5-190E-4790-8DBD-76A5AB2FD9CC}" destId="{080413C7-E1F2-4974-B3E5-ABBBD1A3B1C8}" srcOrd="0" destOrd="0" presId="urn:microsoft.com/office/officeart/2005/8/layout/vProcess5"/>
    <dgm:cxn modelId="{1D31D5D3-6B3F-4CF9-BE86-440FED58194D}" srcId="{AB7AFCB1-1248-4E7A-9D16-DEEB7AAB58B2}" destId="{01B838D3-AECC-4C89-AFAA-6B2BA960196C}" srcOrd="1" destOrd="0" parTransId="{28D2F29B-88BE-40CA-A31B-62D72727E31C}" sibTransId="{7ABE5043-3D3D-4028-B7FD-978827607AE6}"/>
    <dgm:cxn modelId="{D9332FD6-02C1-418E-B9AD-5DEA709A8AE5}" type="presOf" srcId="{9983E8D5-4C78-4BE0-989B-84151259B116}" destId="{D7B56A74-3CB8-4141-BBA9-15BC240F50AE}" srcOrd="0" destOrd="0" presId="urn:microsoft.com/office/officeart/2005/8/layout/vProcess5"/>
    <dgm:cxn modelId="{6C9397DE-5482-4DC2-8DB0-4F1B2747D93A}" type="presOf" srcId="{2656D853-C435-4C4D-AF83-EF566F5B6395}" destId="{3B0EAEA7-3510-43E2-9306-B2A5C020F1BB}" srcOrd="1" destOrd="0" presId="urn:microsoft.com/office/officeart/2005/8/layout/vProcess5"/>
    <dgm:cxn modelId="{50068FED-0654-4DDC-BBDC-A2A3F4AD4032}" srcId="{AB7AFCB1-1248-4E7A-9D16-DEEB7AAB58B2}" destId="{F79916A5-190E-4790-8DBD-76A5AB2FD9CC}" srcOrd="2" destOrd="0" parTransId="{91C994F2-3622-4B29-A12D-A58633AB7472}" sibTransId="{9983E8D5-4C78-4BE0-989B-84151259B116}"/>
    <dgm:cxn modelId="{470AFBF4-658D-47FC-B75D-6B3AF27F0DD9}" type="presOf" srcId="{7ABE5043-3D3D-4028-B7FD-978827607AE6}" destId="{8D50545E-BF84-481E-8D0A-8734A90C2F85}" srcOrd="0" destOrd="0" presId="urn:microsoft.com/office/officeart/2005/8/layout/vProcess5"/>
    <dgm:cxn modelId="{04B013FC-0FB9-4A16-BF31-9E81D966B4A9}" type="presOf" srcId="{D8CD2850-AF9C-4373-893E-4790752FF7A9}" destId="{AD3A64D2-0AEA-496D-A0F4-07E72D2462C2}" srcOrd="1" destOrd="0" presId="urn:microsoft.com/office/officeart/2005/8/layout/vProcess5"/>
    <dgm:cxn modelId="{63178CFF-B449-43E0-BAAA-D157E87B8AF3}" type="presOf" srcId="{2656D853-C435-4C4D-AF83-EF566F5B6395}" destId="{A9AE12F0-33C9-4066-AA6D-E28C07598C4C}" srcOrd="0" destOrd="0" presId="urn:microsoft.com/office/officeart/2005/8/layout/vProcess5"/>
    <dgm:cxn modelId="{D59678B0-53ED-4B1A-AEB6-2FDF7E6C048C}" type="presParOf" srcId="{D900FEE6-EF25-4A5E-B0B4-262D71669323}" destId="{64646B17-DEDA-4054-8780-B5F48AC63AD8}" srcOrd="0" destOrd="0" presId="urn:microsoft.com/office/officeart/2005/8/layout/vProcess5"/>
    <dgm:cxn modelId="{FE753341-8217-4D3F-9826-91BB66576EE2}" type="presParOf" srcId="{D900FEE6-EF25-4A5E-B0B4-262D71669323}" destId="{5AE2CAAC-9239-41BF-80FF-C9C80ED19AA7}" srcOrd="1" destOrd="0" presId="urn:microsoft.com/office/officeart/2005/8/layout/vProcess5"/>
    <dgm:cxn modelId="{AC10E45A-66AA-4F71-9D91-8365732918F8}" type="presParOf" srcId="{D900FEE6-EF25-4A5E-B0B4-262D71669323}" destId="{BB82F64D-43FC-47B4-85E3-2D595EF2E1AF}" srcOrd="2" destOrd="0" presId="urn:microsoft.com/office/officeart/2005/8/layout/vProcess5"/>
    <dgm:cxn modelId="{085179DD-353F-426B-85A2-E07C333FA96E}" type="presParOf" srcId="{D900FEE6-EF25-4A5E-B0B4-262D71669323}" destId="{080413C7-E1F2-4974-B3E5-ABBBD1A3B1C8}" srcOrd="3" destOrd="0" presId="urn:microsoft.com/office/officeart/2005/8/layout/vProcess5"/>
    <dgm:cxn modelId="{85B8CF75-2939-483B-BE6E-C23E033071E9}" type="presParOf" srcId="{D900FEE6-EF25-4A5E-B0B4-262D71669323}" destId="{A9AE12F0-33C9-4066-AA6D-E28C07598C4C}" srcOrd="4" destOrd="0" presId="urn:microsoft.com/office/officeart/2005/8/layout/vProcess5"/>
    <dgm:cxn modelId="{2A15DBB7-DF45-4521-B340-A45AEECE8B71}" type="presParOf" srcId="{D900FEE6-EF25-4A5E-B0B4-262D71669323}" destId="{DDD500D2-5F3B-49D5-B3F0-B2CB8E116EC2}" srcOrd="5" destOrd="0" presId="urn:microsoft.com/office/officeart/2005/8/layout/vProcess5"/>
    <dgm:cxn modelId="{599C08B9-9AEF-4145-A28D-DA7542C142DB}" type="presParOf" srcId="{D900FEE6-EF25-4A5E-B0B4-262D71669323}" destId="{8D50545E-BF84-481E-8D0A-8734A90C2F85}" srcOrd="6" destOrd="0" presId="urn:microsoft.com/office/officeart/2005/8/layout/vProcess5"/>
    <dgm:cxn modelId="{6C6A836C-9869-458A-99C2-A673D4AB78D8}" type="presParOf" srcId="{D900FEE6-EF25-4A5E-B0B4-262D71669323}" destId="{D7B56A74-3CB8-4141-BBA9-15BC240F50AE}" srcOrd="7" destOrd="0" presId="urn:microsoft.com/office/officeart/2005/8/layout/vProcess5"/>
    <dgm:cxn modelId="{F17330A8-66A7-4187-BEC2-0DBD5B00AAF3}" type="presParOf" srcId="{D900FEE6-EF25-4A5E-B0B4-262D71669323}" destId="{AD3A64D2-0AEA-496D-A0F4-07E72D2462C2}" srcOrd="8" destOrd="0" presId="urn:microsoft.com/office/officeart/2005/8/layout/vProcess5"/>
    <dgm:cxn modelId="{9CD658A0-B070-4FA1-8C8B-6B9B07790B53}" type="presParOf" srcId="{D900FEE6-EF25-4A5E-B0B4-262D71669323}" destId="{7EFE4347-3B0B-4F97-BDEB-3BB5E40666FE}" srcOrd="9" destOrd="0" presId="urn:microsoft.com/office/officeart/2005/8/layout/vProcess5"/>
    <dgm:cxn modelId="{C02C7DB0-74BF-4C55-B0FA-6FB28B4B3192}" type="presParOf" srcId="{D900FEE6-EF25-4A5E-B0B4-262D71669323}" destId="{D046317A-9B54-49F8-B975-8AFD587D504A}" srcOrd="10" destOrd="0" presId="urn:microsoft.com/office/officeart/2005/8/layout/vProcess5"/>
    <dgm:cxn modelId="{B45B2813-E390-45A1-A7F7-20C73AF1F3A8}" type="presParOf" srcId="{D900FEE6-EF25-4A5E-B0B4-262D71669323}" destId="{3B0EAEA7-3510-43E2-9306-B2A5C020F1B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3B39A0B-8E41-4BE7-98CE-3E49D74AAE9B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AEA122D-C28A-43FD-9E65-BAF0585EADE5}">
      <dgm:prSet/>
      <dgm:spPr/>
      <dgm:t>
        <a:bodyPr/>
        <a:lstStyle/>
        <a:p>
          <a:r>
            <a:rPr lang="en-US" b="0" i="0"/>
            <a:t>Used for people as the object</a:t>
          </a:r>
          <a:endParaRPr lang="en-US"/>
        </a:p>
      </dgm:t>
    </dgm:pt>
    <dgm:pt modelId="{4F5E1C08-C239-4EC3-9F21-8FC23E68BD0F}" type="parTrans" cxnId="{CDC56BDD-D27D-4208-86E2-7E2971669883}">
      <dgm:prSet/>
      <dgm:spPr/>
      <dgm:t>
        <a:bodyPr/>
        <a:lstStyle/>
        <a:p>
          <a:endParaRPr lang="en-US"/>
        </a:p>
      </dgm:t>
    </dgm:pt>
    <dgm:pt modelId="{56078A19-EEA8-46D7-AA78-ED007DABB987}" type="sibTrans" cxnId="{CDC56BDD-D27D-4208-86E2-7E2971669883}">
      <dgm:prSet/>
      <dgm:spPr/>
      <dgm:t>
        <a:bodyPr/>
        <a:lstStyle/>
        <a:p>
          <a:endParaRPr lang="en-US"/>
        </a:p>
      </dgm:t>
    </dgm:pt>
    <dgm:pt modelId="{9A185D90-175B-4020-9D3D-C0E58DEB946A}">
      <dgm:prSet/>
      <dgm:spPr/>
      <dgm:t>
        <a:bodyPr/>
        <a:lstStyle/>
        <a:p>
          <a:r>
            <a:rPr lang="en-US" b="0" i="0"/>
            <a:t>Examples:</a:t>
          </a:r>
          <a:endParaRPr lang="en-US"/>
        </a:p>
      </dgm:t>
    </dgm:pt>
    <dgm:pt modelId="{8AE9563B-946F-4CB4-9E94-B274037C4D8D}" type="parTrans" cxnId="{148136AC-7870-4F0C-AFF6-08DED7AA0F76}">
      <dgm:prSet/>
      <dgm:spPr/>
      <dgm:t>
        <a:bodyPr/>
        <a:lstStyle/>
        <a:p>
          <a:endParaRPr lang="en-US"/>
        </a:p>
      </dgm:t>
    </dgm:pt>
    <dgm:pt modelId="{EF043CFF-F580-4581-A91D-BD38F1E78897}" type="sibTrans" cxnId="{148136AC-7870-4F0C-AFF6-08DED7AA0F76}">
      <dgm:prSet/>
      <dgm:spPr/>
      <dgm:t>
        <a:bodyPr/>
        <a:lstStyle/>
        <a:p>
          <a:endParaRPr lang="en-US"/>
        </a:p>
      </dgm:t>
    </dgm:pt>
    <dgm:pt modelId="{48982074-E32E-4241-9528-857B17A6A3CD}">
      <dgm:prSet/>
      <dgm:spPr/>
      <dgm:t>
        <a:bodyPr/>
        <a:lstStyle/>
        <a:p>
          <a:r>
            <a:rPr lang="en-US" b="0" i="0"/>
            <a:t>• The teacher whom we respect is strict.</a:t>
          </a:r>
          <a:endParaRPr lang="en-US"/>
        </a:p>
      </dgm:t>
    </dgm:pt>
    <dgm:pt modelId="{86F1E2B5-CF6D-4FF9-857A-986238B68C98}" type="parTrans" cxnId="{FF2C8848-2768-470C-A8AF-C109C35A8755}">
      <dgm:prSet/>
      <dgm:spPr/>
      <dgm:t>
        <a:bodyPr/>
        <a:lstStyle/>
        <a:p>
          <a:endParaRPr lang="en-US"/>
        </a:p>
      </dgm:t>
    </dgm:pt>
    <dgm:pt modelId="{152A6AD9-8C1D-4C8B-9207-03D8ED265F4E}" type="sibTrans" cxnId="{FF2C8848-2768-470C-A8AF-C109C35A8755}">
      <dgm:prSet/>
      <dgm:spPr/>
      <dgm:t>
        <a:bodyPr/>
        <a:lstStyle/>
        <a:p>
          <a:endParaRPr lang="en-US"/>
        </a:p>
      </dgm:t>
    </dgm:pt>
    <dgm:pt modelId="{EDA0B33A-51BF-45DD-85F6-6070B518D36A}">
      <dgm:prSet/>
      <dgm:spPr/>
      <dgm:t>
        <a:bodyPr/>
        <a:lstStyle/>
        <a:p>
          <a:r>
            <a:rPr lang="en-US" b="0" i="0"/>
            <a:t>• The boy whom I met was friendly.</a:t>
          </a:r>
          <a:endParaRPr lang="en-US"/>
        </a:p>
      </dgm:t>
    </dgm:pt>
    <dgm:pt modelId="{4FC080A1-3A9B-4CB0-96CC-C6EF0A85F8E3}" type="parTrans" cxnId="{B8614C7F-76CE-4E7B-836B-8F84B073F01F}">
      <dgm:prSet/>
      <dgm:spPr/>
      <dgm:t>
        <a:bodyPr/>
        <a:lstStyle/>
        <a:p>
          <a:endParaRPr lang="en-US"/>
        </a:p>
      </dgm:t>
    </dgm:pt>
    <dgm:pt modelId="{BE7854FA-7FF5-43DB-8EB3-E6D9E5F7A2D0}" type="sibTrans" cxnId="{B8614C7F-76CE-4E7B-836B-8F84B073F01F}">
      <dgm:prSet/>
      <dgm:spPr/>
      <dgm:t>
        <a:bodyPr/>
        <a:lstStyle/>
        <a:p>
          <a:endParaRPr lang="en-US"/>
        </a:p>
      </dgm:t>
    </dgm:pt>
    <dgm:pt modelId="{6E454BD2-E726-4DEE-AC67-BE901EC46434}" type="pres">
      <dgm:prSet presAssocID="{73B39A0B-8E41-4BE7-98CE-3E49D74AAE9B}" presName="outerComposite" presStyleCnt="0">
        <dgm:presLayoutVars>
          <dgm:chMax val="5"/>
          <dgm:dir/>
          <dgm:resizeHandles val="exact"/>
        </dgm:presLayoutVars>
      </dgm:prSet>
      <dgm:spPr/>
    </dgm:pt>
    <dgm:pt modelId="{4D974C66-687F-450E-BA37-98E293340161}" type="pres">
      <dgm:prSet presAssocID="{73B39A0B-8E41-4BE7-98CE-3E49D74AAE9B}" presName="dummyMaxCanvas" presStyleCnt="0">
        <dgm:presLayoutVars/>
      </dgm:prSet>
      <dgm:spPr/>
    </dgm:pt>
    <dgm:pt modelId="{1487C844-786D-4910-80C4-65FB9032CE51}" type="pres">
      <dgm:prSet presAssocID="{73B39A0B-8E41-4BE7-98CE-3E49D74AAE9B}" presName="FourNodes_1" presStyleLbl="node1" presStyleIdx="0" presStyleCnt="4">
        <dgm:presLayoutVars>
          <dgm:bulletEnabled val="1"/>
        </dgm:presLayoutVars>
      </dgm:prSet>
      <dgm:spPr/>
    </dgm:pt>
    <dgm:pt modelId="{7D1EDD39-ED62-4FC3-A70F-A0583DB60088}" type="pres">
      <dgm:prSet presAssocID="{73B39A0B-8E41-4BE7-98CE-3E49D74AAE9B}" presName="FourNodes_2" presStyleLbl="node1" presStyleIdx="1" presStyleCnt="4">
        <dgm:presLayoutVars>
          <dgm:bulletEnabled val="1"/>
        </dgm:presLayoutVars>
      </dgm:prSet>
      <dgm:spPr/>
    </dgm:pt>
    <dgm:pt modelId="{56281C56-BA42-404F-BBE5-DD46D2C1DD1B}" type="pres">
      <dgm:prSet presAssocID="{73B39A0B-8E41-4BE7-98CE-3E49D74AAE9B}" presName="FourNodes_3" presStyleLbl="node1" presStyleIdx="2" presStyleCnt="4">
        <dgm:presLayoutVars>
          <dgm:bulletEnabled val="1"/>
        </dgm:presLayoutVars>
      </dgm:prSet>
      <dgm:spPr/>
    </dgm:pt>
    <dgm:pt modelId="{F03EC11A-4B43-40A7-ABFF-B86845596B29}" type="pres">
      <dgm:prSet presAssocID="{73B39A0B-8E41-4BE7-98CE-3E49D74AAE9B}" presName="FourNodes_4" presStyleLbl="node1" presStyleIdx="3" presStyleCnt="4">
        <dgm:presLayoutVars>
          <dgm:bulletEnabled val="1"/>
        </dgm:presLayoutVars>
      </dgm:prSet>
      <dgm:spPr/>
    </dgm:pt>
    <dgm:pt modelId="{D78ECF78-F48E-48BE-8AC0-C2FE5D1BF57A}" type="pres">
      <dgm:prSet presAssocID="{73B39A0B-8E41-4BE7-98CE-3E49D74AAE9B}" presName="FourConn_1-2" presStyleLbl="fgAccFollowNode1" presStyleIdx="0" presStyleCnt="3">
        <dgm:presLayoutVars>
          <dgm:bulletEnabled val="1"/>
        </dgm:presLayoutVars>
      </dgm:prSet>
      <dgm:spPr/>
    </dgm:pt>
    <dgm:pt modelId="{C8FD4714-899E-4F78-8595-D3C8A94ABB0E}" type="pres">
      <dgm:prSet presAssocID="{73B39A0B-8E41-4BE7-98CE-3E49D74AAE9B}" presName="FourConn_2-3" presStyleLbl="fgAccFollowNode1" presStyleIdx="1" presStyleCnt="3">
        <dgm:presLayoutVars>
          <dgm:bulletEnabled val="1"/>
        </dgm:presLayoutVars>
      </dgm:prSet>
      <dgm:spPr/>
    </dgm:pt>
    <dgm:pt modelId="{29EBAD09-0124-4A5B-BDD0-2DE44B1FFB3E}" type="pres">
      <dgm:prSet presAssocID="{73B39A0B-8E41-4BE7-98CE-3E49D74AAE9B}" presName="FourConn_3-4" presStyleLbl="fgAccFollowNode1" presStyleIdx="2" presStyleCnt="3">
        <dgm:presLayoutVars>
          <dgm:bulletEnabled val="1"/>
        </dgm:presLayoutVars>
      </dgm:prSet>
      <dgm:spPr/>
    </dgm:pt>
    <dgm:pt modelId="{9A92428A-F52B-4E57-B7E2-5CF6E0C35BD2}" type="pres">
      <dgm:prSet presAssocID="{73B39A0B-8E41-4BE7-98CE-3E49D74AAE9B}" presName="FourNodes_1_text" presStyleLbl="node1" presStyleIdx="3" presStyleCnt="4">
        <dgm:presLayoutVars>
          <dgm:bulletEnabled val="1"/>
        </dgm:presLayoutVars>
      </dgm:prSet>
      <dgm:spPr/>
    </dgm:pt>
    <dgm:pt modelId="{49F89A6B-2D68-492F-AA9A-45CC7CBA39EC}" type="pres">
      <dgm:prSet presAssocID="{73B39A0B-8E41-4BE7-98CE-3E49D74AAE9B}" presName="FourNodes_2_text" presStyleLbl="node1" presStyleIdx="3" presStyleCnt="4">
        <dgm:presLayoutVars>
          <dgm:bulletEnabled val="1"/>
        </dgm:presLayoutVars>
      </dgm:prSet>
      <dgm:spPr/>
    </dgm:pt>
    <dgm:pt modelId="{EB99B7DA-EF8C-47AF-9693-D8C5E84D7C02}" type="pres">
      <dgm:prSet presAssocID="{73B39A0B-8E41-4BE7-98CE-3E49D74AAE9B}" presName="FourNodes_3_text" presStyleLbl="node1" presStyleIdx="3" presStyleCnt="4">
        <dgm:presLayoutVars>
          <dgm:bulletEnabled val="1"/>
        </dgm:presLayoutVars>
      </dgm:prSet>
      <dgm:spPr/>
    </dgm:pt>
    <dgm:pt modelId="{274909FE-2BBA-44C1-950A-6E9B5C0AF21E}" type="pres">
      <dgm:prSet presAssocID="{73B39A0B-8E41-4BE7-98CE-3E49D74AAE9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5F5A019-7775-4DD9-8C0E-D19C6C906966}" type="presOf" srcId="{FAEA122D-C28A-43FD-9E65-BAF0585EADE5}" destId="{9A92428A-F52B-4E57-B7E2-5CF6E0C35BD2}" srcOrd="1" destOrd="0" presId="urn:microsoft.com/office/officeart/2005/8/layout/vProcess5"/>
    <dgm:cxn modelId="{4A1B0D39-BF4E-4F49-9841-9BAB8F3AC551}" type="presOf" srcId="{73B39A0B-8E41-4BE7-98CE-3E49D74AAE9B}" destId="{6E454BD2-E726-4DEE-AC67-BE901EC46434}" srcOrd="0" destOrd="0" presId="urn:microsoft.com/office/officeart/2005/8/layout/vProcess5"/>
    <dgm:cxn modelId="{05B7235C-5795-4022-8077-39B8B8B26C14}" type="presOf" srcId="{EDA0B33A-51BF-45DD-85F6-6070B518D36A}" destId="{274909FE-2BBA-44C1-950A-6E9B5C0AF21E}" srcOrd="1" destOrd="0" presId="urn:microsoft.com/office/officeart/2005/8/layout/vProcess5"/>
    <dgm:cxn modelId="{FF2C8848-2768-470C-A8AF-C109C35A8755}" srcId="{73B39A0B-8E41-4BE7-98CE-3E49D74AAE9B}" destId="{48982074-E32E-4241-9528-857B17A6A3CD}" srcOrd="2" destOrd="0" parTransId="{86F1E2B5-CF6D-4FF9-857A-986238B68C98}" sibTransId="{152A6AD9-8C1D-4C8B-9207-03D8ED265F4E}"/>
    <dgm:cxn modelId="{582D8069-A0B0-4265-9D20-6CC82244FB91}" type="presOf" srcId="{EF043CFF-F580-4581-A91D-BD38F1E78897}" destId="{C8FD4714-899E-4F78-8595-D3C8A94ABB0E}" srcOrd="0" destOrd="0" presId="urn:microsoft.com/office/officeart/2005/8/layout/vProcess5"/>
    <dgm:cxn modelId="{5F621550-0F28-4C0F-8D0A-E79D06064AD1}" type="presOf" srcId="{152A6AD9-8C1D-4C8B-9207-03D8ED265F4E}" destId="{29EBAD09-0124-4A5B-BDD0-2DE44B1FFB3E}" srcOrd="0" destOrd="0" presId="urn:microsoft.com/office/officeart/2005/8/layout/vProcess5"/>
    <dgm:cxn modelId="{B8614C7F-76CE-4E7B-836B-8F84B073F01F}" srcId="{73B39A0B-8E41-4BE7-98CE-3E49D74AAE9B}" destId="{EDA0B33A-51BF-45DD-85F6-6070B518D36A}" srcOrd="3" destOrd="0" parTransId="{4FC080A1-3A9B-4CB0-96CC-C6EF0A85F8E3}" sibTransId="{BE7854FA-7FF5-43DB-8EB3-E6D9E5F7A2D0}"/>
    <dgm:cxn modelId="{5E96FF87-25D8-48F4-A15D-92FCB3AA5D6F}" type="presOf" srcId="{9A185D90-175B-4020-9D3D-C0E58DEB946A}" destId="{7D1EDD39-ED62-4FC3-A70F-A0583DB60088}" srcOrd="0" destOrd="0" presId="urn:microsoft.com/office/officeart/2005/8/layout/vProcess5"/>
    <dgm:cxn modelId="{D821BA8D-9713-4C99-B5C7-B48C595E30C1}" type="presOf" srcId="{EDA0B33A-51BF-45DD-85F6-6070B518D36A}" destId="{F03EC11A-4B43-40A7-ABFF-B86845596B29}" srcOrd="0" destOrd="0" presId="urn:microsoft.com/office/officeart/2005/8/layout/vProcess5"/>
    <dgm:cxn modelId="{2DD1A693-4BD5-4F2E-A07A-702F7B89FE61}" type="presOf" srcId="{56078A19-EEA8-46D7-AA78-ED007DABB987}" destId="{D78ECF78-F48E-48BE-8AC0-C2FE5D1BF57A}" srcOrd="0" destOrd="0" presId="urn:microsoft.com/office/officeart/2005/8/layout/vProcess5"/>
    <dgm:cxn modelId="{D43B4CA1-05A8-406C-ACAD-EB02B9E59B43}" type="presOf" srcId="{48982074-E32E-4241-9528-857B17A6A3CD}" destId="{EB99B7DA-EF8C-47AF-9693-D8C5E84D7C02}" srcOrd="1" destOrd="0" presId="urn:microsoft.com/office/officeart/2005/8/layout/vProcess5"/>
    <dgm:cxn modelId="{148136AC-7870-4F0C-AFF6-08DED7AA0F76}" srcId="{73B39A0B-8E41-4BE7-98CE-3E49D74AAE9B}" destId="{9A185D90-175B-4020-9D3D-C0E58DEB946A}" srcOrd="1" destOrd="0" parTransId="{8AE9563B-946F-4CB4-9E94-B274037C4D8D}" sibTransId="{EF043CFF-F580-4581-A91D-BD38F1E78897}"/>
    <dgm:cxn modelId="{F24F0DBB-46AD-4CB8-9545-222B701F060C}" type="presOf" srcId="{FAEA122D-C28A-43FD-9E65-BAF0585EADE5}" destId="{1487C844-786D-4910-80C4-65FB9032CE51}" srcOrd="0" destOrd="0" presId="urn:microsoft.com/office/officeart/2005/8/layout/vProcess5"/>
    <dgm:cxn modelId="{0164E2DB-A3AE-49D1-A2AA-5DA2DC986035}" type="presOf" srcId="{9A185D90-175B-4020-9D3D-C0E58DEB946A}" destId="{49F89A6B-2D68-492F-AA9A-45CC7CBA39EC}" srcOrd="1" destOrd="0" presId="urn:microsoft.com/office/officeart/2005/8/layout/vProcess5"/>
    <dgm:cxn modelId="{CDC56BDD-D27D-4208-86E2-7E2971669883}" srcId="{73B39A0B-8E41-4BE7-98CE-3E49D74AAE9B}" destId="{FAEA122D-C28A-43FD-9E65-BAF0585EADE5}" srcOrd="0" destOrd="0" parTransId="{4F5E1C08-C239-4EC3-9F21-8FC23E68BD0F}" sibTransId="{56078A19-EEA8-46D7-AA78-ED007DABB987}"/>
    <dgm:cxn modelId="{9F2D16F2-89AA-4CD2-9E26-02B95896AB69}" type="presOf" srcId="{48982074-E32E-4241-9528-857B17A6A3CD}" destId="{56281C56-BA42-404F-BBE5-DD46D2C1DD1B}" srcOrd="0" destOrd="0" presId="urn:microsoft.com/office/officeart/2005/8/layout/vProcess5"/>
    <dgm:cxn modelId="{863EFE9F-42A7-4252-AD83-2EAA2650313F}" type="presParOf" srcId="{6E454BD2-E726-4DEE-AC67-BE901EC46434}" destId="{4D974C66-687F-450E-BA37-98E293340161}" srcOrd="0" destOrd="0" presId="urn:microsoft.com/office/officeart/2005/8/layout/vProcess5"/>
    <dgm:cxn modelId="{AC023DCB-8176-4672-B743-BD52CC5224FD}" type="presParOf" srcId="{6E454BD2-E726-4DEE-AC67-BE901EC46434}" destId="{1487C844-786D-4910-80C4-65FB9032CE51}" srcOrd="1" destOrd="0" presId="urn:microsoft.com/office/officeart/2005/8/layout/vProcess5"/>
    <dgm:cxn modelId="{4437EDA8-486B-4AD1-BFDE-6F3F3D0A5716}" type="presParOf" srcId="{6E454BD2-E726-4DEE-AC67-BE901EC46434}" destId="{7D1EDD39-ED62-4FC3-A70F-A0583DB60088}" srcOrd="2" destOrd="0" presId="urn:microsoft.com/office/officeart/2005/8/layout/vProcess5"/>
    <dgm:cxn modelId="{9B1C1B77-2F7A-4188-AE6D-34B5D14F0EEA}" type="presParOf" srcId="{6E454BD2-E726-4DEE-AC67-BE901EC46434}" destId="{56281C56-BA42-404F-BBE5-DD46D2C1DD1B}" srcOrd="3" destOrd="0" presId="urn:microsoft.com/office/officeart/2005/8/layout/vProcess5"/>
    <dgm:cxn modelId="{D2AF0EEF-BA16-404C-878E-FABC8B36304A}" type="presParOf" srcId="{6E454BD2-E726-4DEE-AC67-BE901EC46434}" destId="{F03EC11A-4B43-40A7-ABFF-B86845596B29}" srcOrd="4" destOrd="0" presId="urn:microsoft.com/office/officeart/2005/8/layout/vProcess5"/>
    <dgm:cxn modelId="{F2B31AE8-47B5-4B94-96D2-D744CAB8159B}" type="presParOf" srcId="{6E454BD2-E726-4DEE-AC67-BE901EC46434}" destId="{D78ECF78-F48E-48BE-8AC0-C2FE5D1BF57A}" srcOrd="5" destOrd="0" presId="urn:microsoft.com/office/officeart/2005/8/layout/vProcess5"/>
    <dgm:cxn modelId="{7C936C6C-0C5F-419C-B470-7A1721546C94}" type="presParOf" srcId="{6E454BD2-E726-4DEE-AC67-BE901EC46434}" destId="{C8FD4714-899E-4F78-8595-D3C8A94ABB0E}" srcOrd="6" destOrd="0" presId="urn:microsoft.com/office/officeart/2005/8/layout/vProcess5"/>
    <dgm:cxn modelId="{B2EC04C0-516F-4720-81D3-12E3F8909F8B}" type="presParOf" srcId="{6E454BD2-E726-4DEE-AC67-BE901EC46434}" destId="{29EBAD09-0124-4A5B-BDD0-2DE44B1FFB3E}" srcOrd="7" destOrd="0" presId="urn:microsoft.com/office/officeart/2005/8/layout/vProcess5"/>
    <dgm:cxn modelId="{5A18834E-3BD4-4525-BC37-57B4CFEE35AE}" type="presParOf" srcId="{6E454BD2-E726-4DEE-AC67-BE901EC46434}" destId="{9A92428A-F52B-4E57-B7E2-5CF6E0C35BD2}" srcOrd="8" destOrd="0" presId="urn:microsoft.com/office/officeart/2005/8/layout/vProcess5"/>
    <dgm:cxn modelId="{08409792-A9AA-42B9-A439-C5C9C2C3F496}" type="presParOf" srcId="{6E454BD2-E726-4DEE-AC67-BE901EC46434}" destId="{49F89A6B-2D68-492F-AA9A-45CC7CBA39EC}" srcOrd="9" destOrd="0" presId="urn:microsoft.com/office/officeart/2005/8/layout/vProcess5"/>
    <dgm:cxn modelId="{00875BC9-2583-4D64-AAEC-95FE81B646BA}" type="presParOf" srcId="{6E454BD2-E726-4DEE-AC67-BE901EC46434}" destId="{EB99B7DA-EF8C-47AF-9693-D8C5E84D7C02}" srcOrd="10" destOrd="0" presId="urn:microsoft.com/office/officeart/2005/8/layout/vProcess5"/>
    <dgm:cxn modelId="{803C8617-20C5-4F8F-A2BA-DD99BC6F6EE6}" type="presParOf" srcId="{6E454BD2-E726-4DEE-AC67-BE901EC46434}" destId="{274909FE-2BBA-44C1-950A-6E9B5C0AF21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D0AA062-5556-4A7B-8C33-036FE3ED58FB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A6A6A99-6B3C-4CAD-93DB-A7F107AEF897}">
      <dgm:prSet/>
      <dgm:spPr/>
      <dgm:t>
        <a:bodyPr/>
        <a:lstStyle/>
        <a:p>
          <a:r>
            <a:rPr lang="en-US" b="0" i="0"/>
            <a:t>Shows possession</a:t>
          </a:r>
          <a:endParaRPr lang="en-US"/>
        </a:p>
      </dgm:t>
    </dgm:pt>
    <dgm:pt modelId="{8BC3FCF3-3DCA-4CEB-AAB9-FE0A40B24D6E}" type="parTrans" cxnId="{A8BEA11F-5B6E-4628-ADD9-749037515569}">
      <dgm:prSet/>
      <dgm:spPr/>
      <dgm:t>
        <a:bodyPr/>
        <a:lstStyle/>
        <a:p>
          <a:endParaRPr lang="en-US"/>
        </a:p>
      </dgm:t>
    </dgm:pt>
    <dgm:pt modelId="{6C2F7BEC-15BE-4B52-8CDF-AE8333A4B111}" type="sibTrans" cxnId="{A8BEA11F-5B6E-4628-ADD9-749037515569}">
      <dgm:prSet/>
      <dgm:spPr/>
      <dgm:t>
        <a:bodyPr/>
        <a:lstStyle/>
        <a:p>
          <a:endParaRPr lang="en-US"/>
        </a:p>
      </dgm:t>
    </dgm:pt>
    <dgm:pt modelId="{EF9EB60C-98AE-4C47-B61E-13A3259CE913}">
      <dgm:prSet/>
      <dgm:spPr/>
      <dgm:t>
        <a:bodyPr/>
        <a:lstStyle/>
        <a:p>
          <a:r>
            <a:rPr lang="en-US" b="0" i="0"/>
            <a:t>Examples:</a:t>
          </a:r>
          <a:endParaRPr lang="en-US"/>
        </a:p>
      </dgm:t>
    </dgm:pt>
    <dgm:pt modelId="{B94F2C59-12BA-4941-B4A5-8EC21A0072C1}" type="parTrans" cxnId="{F1990C48-0A8D-4D60-8F85-076415B35CD9}">
      <dgm:prSet/>
      <dgm:spPr/>
      <dgm:t>
        <a:bodyPr/>
        <a:lstStyle/>
        <a:p>
          <a:endParaRPr lang="en-US"/>
        </a:p>
      </dgm:t>
    </dgm:pt>
    <dgm:pt modelId="{FABBA574-6F1A-49A3-B996-77D045FB621E}" type="sibTrans" cxnId="{F1990C48-0A8D-4D60-8F85-076415B35CD9}">
      <dgm:prSet/>
      <dgm:spPr/>
      <dgm:t>
        <a:bodyPr/>
        <a:lstStyle/>
        <a:p>
          <a:endParaRPr lang="en-US"/>
        </a:p>
      </dgm:t>
    </dgm:pt>
    <dgm:pt modelId="{E209EA4F-E39C-4965-9D35-D6C825BAC8EB}">
      <dgm:prSet/>
      <dgm:spPr/>
      <dgm:t>
        <a:bodyPr/>
        <a:lstStyle/>
        <a:p>
          <a:r>
            <a:rPr lang="en-US" b="0" i="0"/>
            <a:t>• The girl whose bag is lost is crying.</a:t>
          </a:r>
          <a:endParaRPr lang="en-US"/>
        </a:p>
      </dgm:t>
    </dgm:pt>
    <dgm:pt modelId="{3B24C4D7-393E-4B1B-B130-1BB1FDD49B5E}" type="parTrans" cxnId="{D3EB819E-D729-44E6-99CF-E8713506E8C8}">
      <dgm:prSet/>
      <dgm:spPr/>
      <dgm:t>
        <a:bodyPr/>
        <a:lstStyle/>
        <a:p>
          <a:endParaRPr lang="en-US"/>
        </a:p>
      </dgm:t>
    </dgm:pt>
    <dgm:pt modelId="{3FED58A3-C227-47B8-B182-B833735911C5}" type="sibTrans" cxnId="{D3EB819E-D729-44E6-99CF-E8713506E8C8}">
      <dgm:prSet/>
      <dgm:spPr/>
      <dgm:t>
        <a:bodyPr/>
        <a:lstStyle/>
        <a:p>
          <a:endParaRPr lang="en-US"/>
        </a:p>
      </dgm:t>
    </dgm:pt>
    <dgm:pt modelId="{418B2412-F39C-4FED-A4F2-26029BC818B9}">
      <dgm:prSet/>
      <dgm:spPr/>
      <dgm:t>
        <a:bodyPr/>
        <a:lstStyle/>
        <a:p>
          <a:r>
            <a:rPr lang="en-US" b="0" i="0"/>
            <a:t>• I met a man whose son is a doctor.</a:t>
          </a:r>
          <a:endParaRPr lang="en-US"/>
        </a:p>
      </dgm:t>
    </dgm:pt>
    <dgm:pt modelId="{C04505E1-38B7-4050-B487-F3F00A670491}" type="parTrans" cxnId="{54294C20-2ACE-45B8-8DC9-A263B20C07AC}">
      <dgm:prSet/>
      <dgm:spPr/>
      <dgm:t>
        <a:bodyPr/>
        <a:lstStyle/>
        <a:p>
          <a:endParaRPr lang="en-US"/>
        </a:p>
      </dgm:t>
    </dgm:pt>
    <dgm:pt modelId="{FABC6DE8-5169-40A6-A896-7EF3711D144D}" type="sibTrans" cxnId="{54294C20-2ACE-45B8-8DC9-A263B20C07AC}">
      <dgm:prSet/>
      <dgm:spPr/>
      <dgm:t>
        <a:bodyPr/>
        <a:lstStyle/>
        <a:p>
          <a:endParaRPr lang="en-US"/>
        </a:p>
      </dgm:t>
    </dgm:pt>
    <dgm:pt modelId="{7F429B98-E12C-40E5-98D1-0DF328785240}" type="pres">
      <dgm:prSet presAssocID="{8D0AA062-5556-4A7B-8C33-036FE3ED58FB}" presName="outerComposite" presStyleCnt="0">
        <dgm:presLayoutVars>
          <dgm:chMax val="5"/>
          <dgm:dir/>
          <dgm:resizeHandles val="exact"/>
        </dgm:presLayoutVars>
      </dgm:prSet>
      <dgm:spPr/>
    </dgm:pt>
    <dgm:pt modelId="{F11C9257-D364-4C39-91EB-CB61A11B284C}" type="pres">
      <dgm:prSet presAssocID="{8D0AA062-5556-4A7B-8C33-036FE3ED58FB}" presName="dummyMaxCanvas" presStyleCnt="0">
        <dgm:presLayoutVars/>
      </dgm:prSet>
      <dgm:spPr/>
    </dgm:pt>
    <dgm:pt modelId="{906A4791-097C-4DB8-9D68-7A9D00CEAE65}" type="pres">
      <dgm:prSet presAssocID="{8D0AA062-5556-4A7B-8C33-036FE3ED58FB}" presName="FourNodes_1" presStyleLbl="node1" presStyleIdx="0" presStyleCnt="4">
        <dgm:presLayoutVars>
          <dgm:bulletEnabled val="1"/>
        </dgm:presLayoutVars>
      </dgm:prSet>
      <dgm:spPr/>
    </dgm:pt>
    <dgm:pt modelId="{FBFB4B0B-6D5F-42D7-ACED-CF8EF602175D}" type="pres">
      <dgm:prSet presAssocID="{8D0AA062-5556-4A7B-8C33-036FE3ED58FB}" presName="FourNodes_2" presStyleLbl="node1" presStyleIdx="1" presStyleCnt="4">
        <dgm:presLayoutVars>
          <dgm:bulletEnabled val="1"/>
        </dgm:presLayoutVars>
      </dgm:prSet>
      <dgm:spPr/>
    </dgm:pt>
    <dgm:pt modelId="{B64206BD-2E26-4C8D-A04D-7FD4535F98D4}" type="pres">
      <dgm:prSet presAssocID="{8D0AA062-5556-4A7B-8C33-036FE3ED58FB}" presName="FourNodes_3" presStyleLbl="node1" presStyleIdx="2" presStyleCnt="4">
        <dgm:presLayoutVars>
          <dgm:bulletEnabled val="1"/>
        </dgm:presLayoutVars>
      </dgm:prSet>
      <dgm:spPr/>
    </dgm:pt>
    <dgm:pt modelId="{A7C0909F-B00A-4951-A399-AAFCEC9A72D0}" type="pres">
      <dgm:prSet presAssocID="{8D0AA062-5556-4A7B-8C33-036FE3ED58FB}" presName="FourNodes_4" presStyleLbl="node1" presStyleIdx="3" presStyleCnt="4">
        <dgm:presLayoutVars>
          <dgm:bulletEnabled val="1"/>
        </dgm:presLayoutVars>
      </dgm:prSet>
      <dgm:spPr/>
    </dgm:pt>
    <dgm:pt modelId="{0017F6DB-039C-411A-93E1-AC1D71A8A341}" type="pres">
      <dgm:prSet presAssocID="{8D0AA062-5556-4A7B-8C33-036FE3ED58FB}" presName="FourConn_1-2" presStyleLbl="fgAccFollowNode1" presStyleIdx="0" presStyleCnt="3">
        <dgm:presLayoutVars>
          <dgm:bulletEnabled val="1"/>
        </dgm:presLayoutVars>
      </dgm:prSet>
      <dgm:spPr/>
    </dgm:pt>
    <dgm:pt modelId="{9A03EA72-21D0-4FAD-A412-582945EC57ED}" type="pres">
      <dgm:prSet presAssocID="{8D0AA062-5556-4A7B-8C33-036FE3ED58FB}" presName="FourConn_2-3" presStyleLbl="fgAccFollowNode1" presStyleIdx="1" presStyleCnt="3">
        <dgm:presLayoutVars>
          <dgm:bulletEnabled val="1"/>
        </dgm:presLayoutVars>
      </dgm:prSet>
      <dgm:spPr/>
    </dgm:pt>
    <dgm:pt modelId="{1F5B9761-744E-4112-9008-1FAB922CF8D0}" type="pres">
      <dgm:prSet presAssocID="{8D0AA062-5556-4A7B-8C33-036FE3ED58FB}" presName="FourConn_3-4" presStyleLbl="fgAccFollowNode1" presStyleIdx="2" presStyleCnt="3">
        <dgm:presLayoutVars>
          <dgm:bulletEnabled val="1"/>
        </dgm:presLayoutVars>
      </dgm:prSet>
      <dgm:spPr/>
    </dgm:pt>
    <dgm:pt modelId="{8E910CF2-DEED-4CF8-895A-9CDAAA63057C}" type="pres">
      <dgm:prSet presAssocID="{8D0AA062-5556-4A7B-8C33-036FE3ED58FB}" presName="FourNodes_1_text" presStyleLbl="node1" presStyleIdx="3" presStyleCnt="4">
        <dgm:presLayoutVars>
          <dgm:bulletEnabled val="1"/>
        </dgm:presLayoutVars>
      </dgm:prSet>
      <dgm:spPr/>
    </dgm:pt>
    <dgm:pt modelId="{FE6A89FA-FE83-436F-983C-DF50525D5D4C}" type="pres">
      <dgm:prSet presAssocID="{8D0AA062-5556-4A7B-8C33-036FE3ED58FB}" presName="FourNodes_2_text" presStyleLbl="node1" presStyleIdx="3" presStyleCnt="4">
        <dgm:presLayoutVars>
          <dgm:bulletEnabled val="1"/>
        </dgm:presLayoutVars>
      </dgm:prSet>
      <dgm:spPr/>
    </dgm:pt>
    <dgm:pt modelId="{6CC17E7D-B795-461E-829D-2B794A1A6736}" type="pres">
      <dgm:prSet presAssocID="{8D0AA062-5556-4A7B-8C33-036FE3ED58FB}" presName="FourNodes_3_text" presStyleLbl="node1" presStyleIdx="3" presStyleCnt="4">
        <dgm:presLayoutVars>
          <dgm:bulletEnabled val="1"/>
        </dgm:presLayoutVars>
      </dgm:prSet>
      <dgm:spPr/>
    </dgm:pt>
    <dgm:pt modelId="{06F2122C-C848-4248-BB5C-04D395078D85}" type="pres">
      <dgm:prSet presAssocID="{8D0AA062-5556-4A7B-8C33-036FE3ED58F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8BEA11F-5B6E-4628-ADD9-749037515569}" srcId="{8D0AA062-5556-4A7B-8C33-036FE3ED58FB}" destId="{6A6A6A99-6B3C-4CAD-93DB-A7F107AEF897}" srcOrd="0" destOrd="0" parTransId="{8BC3FCF3-3DCA-4CEB-AAB9-FE0A40B24D6E}" sibTransId="{6C2F7BEC-15BE-4B52-8CDF-AE8333A4B111}"/>
    <dgm:cxn modelId="{54294C20-2ACE-45B8-8DC9-A263B20C07AC}" srcId="{8D0AA062-5556-4A7B-8C33-036FE3ED58FB}" destId="{418B2412-F39C-4FED-A4F2-26029BC818B9}" srcOrd="3" destOrd="0" parTransId="{C04505E1-38B7-4050-B487-F3F00A670491}" sibTransId="{FABC6DE8-5169-40A6-A896-7EF3711D144D}"/>
    <dgm:cxn modelId="{12DBB32D-4A8E-4614-9C57-3E8145E4E6E0}" type="presOf" srcId="{EF9EB60C-98AE-4C47-B61E-13A3259CE913}" destId="{FE6A89FA-FE83-436F-983C-DF50525D5D4C}" srcOrd="1" destOrd="0" presId="urn:microsoft.com/office/officeart/2005/8/layout/vProcess5"/>
    <dgm:cxn modelId="{80C9CF47-0B33-43A1-ADBD-C0DD13D4BDDD}" type="presOf" srcId="{6A6A6A99-6B3C-4CAD-93DB-A7F107AEF897}" destId="{906A4791-097C-4DB8-9D68-7A9D00CEAE65}" srcOrd="0" destOrd="0" presId="urn:microsoft.com/office/officeart/2005/8/layout/vProcess5"/>
    <dgm:cxn modelId="{F1990C48-0A8D-4D60-8F85-076415B35CD9}" srcId="{8D0AA062-5556-4A7B-8C33-036FE3ED58FB}" destId="{EF9EB60C-98AE-4C47-B61E-13A3259CE913}" srcOrd="1" destOrd="0" parTransId="{B94F2C59-12BA-4941-B4A5-8EC21A0072C1}" sibTransId="{FABBA574-6F1A-49A3-B996-77D045FB621E}"/>
    <dgm:cxn modelId="{342DB17D-CD49-44CC-AF10-FB3DCEE26CD8}" type="presOf" srcId="{8D0AA062-5556-4A7B-8C33-036FE3ED58FB}" destId="{7F429B98-E12C-40E5-98D1-0DF328785240}" srcOrd="0" destOrd="0" presId="urn:microsoft.com/office/officeart/2005/8/layout/vProcess5"/>
    <dgm:cxn modelId="{3C7A097E-96DA-4FC2-A251-5E7BFDA42A59}" type="presOf" srcId="{E209EA4F-E39C-4965-9D35-D6C825BAC8EB}" destId="{B64206BD-2E26-4C8D-A04D-7FD4535F98D4}" srcOrd="0" destOrd="0" presId="urn:microsoft.com/office/officeart/2005/8/layout/vProcess5"/>
    <dgm:cxn modelId="{BF922687-C4A9-4B5D-BE70-21D36788F135}" type="presOf" srcId="{3FED58A3-C227-47B8-B182-B833735911C5}" destId="{1F5B9761-744E-4112-9008-1FAB922CF8D0}" srcOrd="0" destOrd="0" presId="urn:microsoft.com/office/officeart/2005/8/layout/vProcess5"/>
    <dgm:cxn modelId="{9702A389-BB14-4D67-AFA8-0025BAC40DBD}" type="presOf" srcId="{E209EA4F-E39C-4965-9D35-D6C825BAC8EB}" destId="{6CC17E7D-B795-461E-829D-2B794A1A6736}" srcOrd="1" destOrd="0" presId="urn:microsoft.com/office/officeart/2005/8/layout/vProcess5"/>
    <dgm:cxn modelId="{3B2F8694-A071-44CD-890B-A42B2FF0EDC5}" type="presOf" srcId="{EF9EB60C-98AE-4C47-B61E-13A3259CE913}" destId="{FBFB4B0B-6D5F-42D7-ACED-CF8EF602175D}" srcOrd="0" destOrd="0" presId="urn:microsoft.com/office/officeart/2005/8/layout/vProcess5"/>
    <dgm:cxn modelId="{B107149A-D157-44F4-9664-187E915ADE91}" type="presOf" srcId="{418B2412-F39C-4FED-A4F2-26029BC818B9}" destId="{06F2122C-C848-4248-BB5C-04D395078D85}" srcOrd="1" destOrd="0" presId="urn:microsoft.com/office/officeart/2005/8/layout/vProcess5"/>
    <dgm:cxn modelId="{D3EB819E-D729-44E6-99CF-E8713506E8C8}" srcId="{8D0AA062-5556-4A7B-8C33-036FE3ED58FB}" destId="{E209EA4F-E39C-4965-9D35-D6C825BAC8EB}" srcOrd="2" destOrd="0" parTransId="{3B24C4D7-393E-4B1B-B130-1BB1FDD49B5E}" sibTransId="{3FED58A3-C227-47B8-B182-B833735911C5}"/>
    <dgm:cxn modelId="{BB2DF2A1-8922-442A-83E3-E099128AEF8C}" type="presOf" srcId="{6A6A6A99-6B3C-4CAD-93DB-A7F107AEF897}" destId="{8E910CF2-DEED-4CF8-895A-9CDAAA63057C}" srcOrd="1" destOrd="0" presId="urn:microsoft.com/office/officeart/2005/8/layout/vProcess5"/>
    <dgm:cxn modelId="{E4F964BF-5D61-4E16-8897-1CE4E6227460}" type="presOf" srcId="{418B2412-F39C-4FED-A4F2-26029BC818B9}" destId="{A7C0909F-B00A-4951-A399-AAFCEC9A72D0}" srcOrd="0" destOrd="0" presId="urn:microsoft.com/office/officeart/2005/8/layout/vProcess5"/>
    <dgm:cxn modelId="{D8CA81E6-6417-45E7-AB46-74223E384919}" type="presOf" srcId="{FABBA574-6F1A-49A3-B996-77D045FB621E}" destId="{9A03EA72-21D0-4FAD-A412-582945EC57ED}" srcOrd="0" destOrd="0" presId="urn:microsoft.com/office/officeart/2005/8/layout/vProcess5"/>
    <dgm:cxn modelId="{6A25BFEE-FF76-491E-BF13-956D5FBE0281}" type="presOf" srcId="{6C2F7BEC-15BE-4B52-8CDF-AE8333A4B111}" destId="{0017F6DB-039C-411A-93E1-AC1D71A8A341}" srcOrd="0" destOrd="0" presId="urn:microsoft.com/office/officeart/2005/8/layout/vProcess5"/>
    <dgm:cxn modelId="{A547820D-41DA-4486-8304-F9D569DD62D2}" type="presParOf" srcId="{7F429B98-E12C-40E5-98D1-0DF328785240}" destId="{F11C9257-D364-4C39-91EB-CB61A11B284C}" srcOrd="0" destOrd="0" presId="urn:microsoft.com/office/officeart/2005/8/layout/vProcess5"/>
    <dgm:cxn modelId="{3E829B88-12B4-4D98-BD2F-27E55562340A}" type="presParOf" srcId="{7F429B98-E12C-40E5-98D1-0DF328785240}" destId="{906A4791-097C-4DB8-9D68-7A9D00CEAE65}" srcOrd="1" destOrd="0" presId="urn:microsoft.com/office/officeart/2005/8/layout/vProcess5"/>
    <dgm:cxn modelId="{D8008DE0-4C62-4391-8792-BBA5636FE017}" type="presParOf" srcId="{7F429B98-E12C-40E5-98D1-0DF328785240}" destId="{FBFB4B0B-6D5F-42D7-ACED-CF8EF602175D}" srcOrd="2" destOrd="0" presId="urn:microsoft.com/office/officeart/2005/8/layout/vProcess5"/>
    <dgm:cxn modelId="{4947E2A3-C77A-40BD-9F99-EE6458399941}" type="presParOf" srcId="{7F429B98-E12C-40E5-98D1-0DF328785240}" destId="{B64206BD-2E26-4C8D-A04D-7FD4535F98D4}" srcOrd="3" destOrd="0" presId="urn:microsoft.com/office/officeart/2005/8/layout/vProcess5"/>
    <dgm:cxn modelId="{C1837E83-A5E5-4C7C-8115-8FA6A81727DA}" type="presParOf" srcId="{7F429B98-E12C-40E5-98D1-0DF328785240}" destId="{A7C0909F-B00A-4951-A399-AAFCEC9A72D0}" srcOrd="4" destOrd="0" presId="urn:microsoft.com/office/officeart/2005/8/layout/vProcess5"/>
    <dgm:cxn modelId="{DCE2521B-EC45-40C8-8E33-13B6A298EB51}" type="presParOf" srcId="{7F429B98-E12C-40E5-98D1-0DF328785240}" destId="{0017F6DB-039C-411A-93E1-AC1D71A8A341}" srcOrd="5" destOrd="0" presId="urn:microsoft.com/office/officeart/2005/8/layout/vProcess5"/>
    <dgm:cxn modelId="{7297D7B3-1D31-4F35-A3AC-AED2C1C3B571}" type="presParOf" srcId="{7F429B98-E12C-40E5-98D1-0DF328785240}" destId="{9A03EA72-21D0-4FAD-A412-582945EC57ED}" srcOrd="6" destOrd="0" presId="urn:microsoft.com/office/officeart/2005/8/layout/vProcess5"/>
    <dgm:cxn modelId="{43981DE1-D6A2-4B6C-8945-E37146EA1E11}" type="presParOf" srcId="{7F429B98-E12C-40E5-98D1-0DF328785240}" destId="{1F5B9761-744E-4112-9008-1FAB922CF8D0}" srcOrd="7" destOrd="0" presId="urn:microsoft.com/office/officeart/2005/8/layout/vProcess5"/>
    <dgm:cxn modelId="{B4A8FD93-D3E3-42BF-BD4E-FBD4B8332D35}" type="presParOf" srcId="{7F429B98-E12C-40E5-98D1-0DF328785240}" destId="{8E910CF2-DEED-4CF8-895A-9CDAAA63057C}" srcOrd="8" destOrd="0" presId="urn:microsoft.com/office/officeart/2005/8/layout/vProcess5"/>
    <dgm:cxn modelId="{3EE767FF-2DDC-40E9-9A63-CCF3A1DD299C}" type="presParOf" srcId="{7F429B98-E12C-40E5-98D1-0DF328785240}" destId="{FE6A89FA-FE83-436F-983C-DF50525D5D4C}" srcOrd="9" destOrd="0" presId="urn:microsoft.com/office/officeart/2005/8/layout/vProcess5"/>
    <dgm:cxn modelId="{29A2F4DB-83B4-46C3-9188-C1748A9E12E1}" type="presParOf" srcId="{7F429B98-E12C-40E5-98D1-0DF328785240}" destId="{6CC17E7D-B795-461E-829D-2B794A1A6736}" srcOrd="10" destOrd="0" presId="urn:microsoft.com/office/officeart/2005/8/layout/vProcess5"/>
    <dgm:cxn modelId="{253EA7E9-F915-455B-8355-020F14ADC26D}" type="presParOf" srcId="{7F429B98-E12C-40E5-98D1-0DF328785240}" destId="{06F2122C-C848-4248-BB5C-04D395078D8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F066EAB-ABB9-49AD-A953-3F991BB8CF87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4D1F75F-EF2C-45FD-96C1-94E2BD3B01FB}">
      <dgm:prSet/>
      <dgm:spPr/>
      <dgm:t>
        <a:bodyPr/>
        <a:lstStyle/>
        <a:p>
          <a:r>
            <a:rPr lang="en-US" b="0" i="0"/>
            <a:t>Used for things and animals</a:t>
          </a:r>
          <a:endParaRPr lang="en-US"/>
        </a:p>
      </dgm:t>
    </dgm:pt>
    <dgm:pt modelId="{15C2D57E-03D1-458B-91AF-35DCFC4FE631}" type="parTrans" cxnId="{423423BF-FF64-4126-B35B-B22D9DC8F183}">
      <dgm:prSet/>
      <dgm:spPr/>
      <dgm:t>
        <a:bodyPr/>
        <a:lstStyle/>
        <a:p>
          <a:endParaRPr lang="en-US"/>
        </a:p>
      </dgm:t>
    </dgm:pt>
    <dgm:pt modelId="{B5FE244C-0743-40D4-9CDF-C94D5573B2E4}" type="sibTrans" cxnId="{423423BF-FF64-4126-B35B-B22D9DC8F183}">
      <dgm:prSet/>
      <dgm:spPr/>
      <dgm:t>
        <a:bodyPr/>
        <a:lstStyle/>
        <a:p>
          <a:endParaRPr lang="en-US"/>
        </a:p>
      </dgm:t>
    </dgm:pt>
    <dgm:pt modelId="{D3AB0F80-E10A-428C-AE3F-F616E417A54B}">
      <dgm:prSet/>
      <dgm:spPr/>
      <dgm:t>
        <a:bodyPr/>
        <a:lstStyle/>
        <a:p>
          <a:r>
            <a:rPr lang="en-US" b="0" i="0"/>
            <a:t>Examples:</a:t>
          </a:r>
          <a:endParaRPr lang="en-US"/>
        </a:p>
      </dgm:t>
    </dgm:pt>
    <dgm:pt modelId="{12533F50-68F7-4C87-9853-1EB6CECCBC4F}" type="parTrans" cxnId="{CAF040D7-5E03-43EA-8610-093BEB11A069}">
      <dgm:prSet/>
      <dgm:spPr/>
      <dgm:t>
        <a:bodyPr/>
        <a:lstStyle/>
        <a:p>
          <a:endParaRPr lang="en-US"/>
        </a:p>
      </dgm:t>
    </dgm:pt>
    <dgm:pt modelId="{B3AFE974-97EF-4BBC-B7D1-DEAF1871A9F0}" type="sibTrans" cxnId="{CAF040D7-5E03-43EA-8610-093BEB11A069}">
      <dgm:prSet/>
      <dgm:spPr/>
      <dgm:t>
        <a:bodyPr/>
        <a:lstStyle/>
        <a:p>
          <a:endParaRPr lang="en-US"/>
        </a:p>
      </dgm:t>
    </dgm:pt>
    <dgm:pt modelId="{BB149988-4975-4DF1-8A53-26ABB815E534}">
      <dgm:prSet/>
      <dgm:spPr/>
      <dgm:t>
        <a:bodyPr/>
        <a:lstStyle/>
        <a:p>
          <a:r>
            <a:rPr lang="en-US" b="0" i="0"/>
            <a:t>• The book which I bought is new.</a:t>
          </a:r>
          <a:endParaRPr lang="en-US"/>
        </a:p>
      </dgm:t>
    </dgm:pt>
    <dgm:pt modelId="{B36A462D-5A7E-4463-BCA3-7CBECB99676E}" type="parTrans" cxnId="{B71A0924-0A42-4318-BA0B-589F3D6D25E2}">
      <dgm:prSet/>
      <dgm:spPr/>
      <dgm:t>
        <a:bodyPr/>
        <a:lstStyle/>
        <a:p>
          <a:endParaRPr lang="en-US"/>
        </a:p>
      </dgm:t>
    </dgm:pt>
    <dgm:pt modelId="{1ED2E504-DC5B-4478-B18E-F9816412886B}" type="sibTrans" cxnId="{B71A0924-0A42-4318-BA0B-589F3D6D25E2}">
      <dgm:prSet/>
      <dgm:spPr/>
      <dgm:t>
        <a:bodyPr/>
        <a:lstStyle/>
        <a:p>
          <a:endParaRPr lang="en-US"/>
        </a:p>
      </dgm:t>
    </dgm:pt>
    <dgm:pt modelId="{1680D3CC-DC31-4CAC-ADAA-783A836EAA3E}">
      <dgm:prSet/>
      <dgm:spPr/>
      <dgm:t>
        <a:bodyPr/>
        <a:lstStyle/>
        <a:p>
          <a:r>
            <a:rPr lang="en-US" b="0" i="0"/>
            <a:t>• The dog which barked loudly ran away.</a:t>
          </a:r>
          <a:endParaRPr lang="en-US"/>
        </a:p>
      </dgm:t>
    </dgm:pt>
    <dgm:pt modelId="{3F80EB6F-D0C9-48F0-90E3-CB752CA5E230}" type="parTrans" cxnId="{62915CE1-1991-40F7-9D21-74F2B66CFE02}">
      <dgm:prSet/>
      <dgm:spPr/>
      <dgm:t>
        <a:bodyPr/>
        <a:lstStyle/>
        <a:p>
          <a:endParaRPr lang="en-US"/>
        </a:p>
      </dgm:t>
    </dgm:pt>
    <dgm:pt modelId="{1992CC2C-C447-4F65-B602-59DCA7D76FCA}" type="sibTrans" cxnId="{62915CE1-1991-40F7-9D21-74F2B66CFE02}">
      <dgm:prSet/>
      <dgm:spPr/>
      <dgm:t>
        <a:bodyPr/>
        <a:lstStyle/>
        <a:p>
          <a:endParaRPr lang="en-US"/>
        </a:p>
      </dgm:t>
    </dgm:pt>
    <dgm:pt modelId="{6BBC84BD-74D4-471D-9942-2C76593A8EDC}" type="pres">
      <dgm:prSet presAssocID="{DF066EAB-ABB9-49AD-A953-3F991BB8CF87}" presName="outerComposite" presStyleCnt="0">
        <dgm:presLayoutVars>
          <dgm:chMax val="5"/>
          <dgm:dir/>
          <dgm:resizeHandles val="exact"/>
        </dgm:presLayoutVars>
      </dgm:prSet>
      <dgm:spPr/>
    </dgm:pt>
    <dgm:pt modelId="{8FBE2E13-ACCB-4A45-B99D-85DFE670DBB6}" type="pres">
      <dgm:prSet presAssocID="{DF066EAB-ABB9-49AD-A953-3F991BB8CF87}" presName="dummyMaxCanvas" presStyleCnt="0">
        <dgm:presLayoutVars/>
      </dgm:prSet>
      <dgm:spPr/>
    </dgm:pt>
    <dgm:pt modelId="{2CC7CCB3-23F6-40CD-AA58-AF9A7DA434D0}" type="pres">
      <dgm:prSet presAssocID="{DF066EAB-ABB9-49AD-A953-3F991BB8CF87}" presName="FourNodes_1" presStyleLbl="node1" presStyleIdx="0" presStyleCnt="4">
        <dgm:presLayoutVars>
          <dgm:bulletEnabled val="1"/>
        </dgm:presLayoutVars>
      </dgm:prSet>
      <dgm:spPr/>
    </dgm:pt>
    <dgm:pt modelId="{3168A3A6-722C-4B6B-9F39-2C78AD64FEC2}" type="pres">
      <dgm:prSet presAssocID="{DF066EAB-ABB9-49AD-A953-3F991BB8CF87}" presName="FourNodes_2" presStyleLbl="node1" presStyleIdx="1" presStyleCnt="4">
        <dgm:presLayoutVars>
          <dgm:bulletEnabled val="1"/>
        </dgm:presLayoutVars>
      </dgm:prSet>
      <dgm:spPr/>
    </dgm:pt>
    <dgm:pt modelId="{38D365F5-7B80-430D-9807-4464C85FE0B7}" type="pres">
      <dgm:prSet presAssocID="{DF066EAB-ABB9-49AD-A953-3F991BB8CF87}" presName="FourNodes_3" presStyleLbl="node1" presStyleIdx="2" presStyleCnt="4">
        <dgm:presLayoutVars>
          <dgm:bulletEnabled val="1"/>
        </dgm:presLayoutVars>
      </dgm:prSet>
      <dgm:spPr/>
    </dgm:pt>
    <dgm:pt modelId="{6011B1D7-19F0-4EA4-9309-45677DAFB16E}" type="pres">
      <dgm:prSet presAssocID="{DF066EAB-ABB9-49AD-A953-3F991BB8CF87}" presName="FourNodes_4" presStyleLbl="node1" presStyleIdx="3" presStyleCnt="4">
        <dgm:presLayoutVars>
          <dgm:bulletEnabled val="1"/>
        </dgm:presLayoutVars>
      </dgm:prSet>
      <dgm:spPr/>
    </dgm:pt>
    <dgm:pt modelId="{2DB13B7D-011C-49D9-9BA6-1BF0ECDA1110}" type="pres">
      <dgm:prSet presAssocID="{DF066EAB-ABB9-49AD-A953-3F991BB8CF87}" presName="FourConn_1-2" presStyleLbl="fgAccFollowNode1" presStyleIdx="0" presStyleCnt="3">
        <dgm:presLayoutVars>
          <dgm:bulletEnabled val="1"/>
        </dgm:presLayoutVars>
      </dgm:prSet>
      <dgm:spPr/>
    </dgm:pt>
    <dgm:pt modelId="{B2718ED2-941B-4B79-90B6-6DB1DA1FE8BC}" type="pres">
      <dgm:prSet presAssocID="{DF066EAB-ABB9-49AD-A953-3F991BB8CF87}" presName="FourConn_2-3" presStyleLbl="fgAccFollowNode1" presStyleIdx="1" presStyleCnt="3">
        <dgm:presLayoutVars>
          <dgm:bulletEnabled val="1"/>
        </dgm:presLayoutVars>
      </dgm:prSet>
      <dgm:spPr/>
    </dgm:pt>
    <dgm:pt modelId="{EDFDC493-1006-4965-83B7-4FA3EC780551}" type="pres">
      <dgm:prSet presAssocID="{DF066EAB-ABB9-49AD-A953-3F991BB8CF87}" presName="FourConn_3-4" presStyleLbl="fgAccFollowNode1" presStyleIdx="2" presStyleCnt="3">
        <dgm:presLayoutVars>
          <dgm:bulletEnabled val="1"/>
        </dgm:presLayoutVars>
      </dgm:prSet>
      <dgm:spPr/>
    </dgm:pt>
    <dgm:pt modelId="{3D470E0C-4E9A-424A-9FE2-44A47FEB0F7F}" type="pres">
      <dgm:prSet presAssocID="{DF066EAB-ABB9-49AD-A953-3F991BB8CF87}" presName="FourNodes_1_text" presStyleLbl="node1" presStyleIdx="3" presStyleCnt="4">
        <dgm:presLayoutVars>
          <dgm:bulletEnabled val="1"/>
        </dgm:presLayoutVars>
      </dgm:prSet>
      <dgm:spPr/>
    </dgm:pt>
    <dgm:pt modelId="{9D717FBC-79FF-47BB-9268-44795EC9316E}" type="pres">
      <dgm:prSet presAssocID="{DF066EAB-ABB9-49AD-A953-3F991BB8CF87}" presName="FourNodes_2_text" presStyleLbl="node1" presStyleIdx="3" presStyleCnt="4">
        <dgm:presLayoutVars>
          <dgm:bulletEnabled val="1"/>
        </dgm:presLayoutVars>
      </dgm:prSet>
      <dgm:spPr/>
    </dgm:pt>
    <dgm:pt modelId="{0AB36A5D-885E-41E3-A014-65D6881D4DFA}" type="pres">
      <dgm:prSet presAssocID="{DF066EAB-ABB9-49AD-A953-3F991BB8CF87}" presName="FourNodes_3_text" presStyleLbl="node1" presStyleIdx="3" presStyleCnt="4">
        <dgm:presLayoutVars>
          <dgm:bulletEnabled val="1"/>
        </dgm:presLayoutVars>
      </dgm:prSet>
      <dgm:spPr/>
    </dgm:pt>
    <dgm:pt modelId="{5694313A-9C67-4B7E-8C99-DBBC152A150A}" type="pres">
      <dgm:prSet presAssocID="{DF066EAB-ABB9-49AD-A953-3F991BB8CF8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AD56C0D-D387-4AF2-BA06-922C9C35D98F}" type="presOf" srcId="{94D1F75F-EF2C-45FD-96C1-94E2BD3B01FB}" destId="{2CC7CCB3-23F6-40CD-AA58-AF9A7DA434D0}" srcOrd="0" destOrd="0" presId="urn:microsoft.com/office/officeart/2005/8/layout/vProcess5"/>
    <dgm:cxn modelId="{DAED1121-BD7C-4901-AD54-47A2A8BE8DD2}" type="presOf" srcId="{DF066EAB-ABB9-49AD-A953-3F991BB8CF87}" destId="{6BBC84BD-74D4-471D-9942-2C76593A8EDC}" srcOrd="0" destOrd="0" presId="urn:microsoft.com/office/officeart/2005/8/layout/vProcess5"/>
    <dgm:cxn modelId="{B71A0924-0A42-4318-BA0B-589F3D6D25E2}" srcId="{DF066EAB-ABB9-49AD-A953-3F991BB8CF87}" destId="{BB149988-4975-4DF1-8A53-26ABB815E534}" srcOrd="2" destOrd="0" parTransId="{B36A462D-5A7E-4463-BCA3-7CBECB99676E}" sibTransId="{1ED2E504-DC5B-4478-B18E-F9816412886B}"/>
    <dgm:cxn modelId="{735B7631-E8BB-478B-BF2C-398B443A7921}" type="presOf" srcId="{D3AB0F80-E10A-428C-AE3F-F616E417A54B}" destId="{9D717FBC-79FF-47BB-9268-44795EC9316E}" srcOrd="1" destOrd="0" presId="urn:microsoft.com/office/officeart/2005/8/layout/vProcess5"/>
    <dgm:cxn modelId="{ACF41E3F-5FA0-4A19-B314-B8593852F40A}" type="presOf" srcId="{BB149988-4975-4DF1-8A53-26ABB815E534}" destId="{38D365F5-7B80-430D-9807-4464C85FE0B7}" srcOrd="0" destOrd="0" presId="urn:microsoft.com/office/officeart/2005/8/layout/vProcess5"/>
    <dgm:cxn modelId="{75ED675F-3B8C-4EE9-A514-E72D270FBC02}" type="presOf" srcId="{1ED2E504-DC5B-4478-B18E-F9816412886B}" destId="{EDFDC493-1006-4965-83B7-4FA3EC780551}" srcOrd="0" destOrd="0" presId="urn:microsoft.com/office/officeart/2005/8/layout/vProcess5"/>
    <dgm:cxn modelId="{41B2304A-9317-4868-A6D1-C5100F53B4C3}" type="presOf" srcId="{1680D3CC-DC31-4CAC-ADAA-783A836EAA3E}" destId="{6011B1D7-19F0-4EA4-9309-45677DAFB16E}" srcOrd="0" destOrd="0" presId="urn:microsoft.com/office/officeart/2005/8/layout/vProcess5"/>
    <dgm:cxn modelId="{4481CA73-7449-4C0C-9B9E-CE5D7A350E0A}" type="presOf" srcId="{B5FE244C-0743-40D4-9CDF-C94D5573B2E4}" destId="{2DB13B7D-011C-49D9-9BA6-1BF0ECDA1110}" srcOrd="0" destOrd="0" presId="urn:microsoft.com/office/officeart/2005/8/layout/vProcess5"/>
    <dgm:cxn modelId="{9C634FA3-E791-4C3D-84F1-19008951563F}" type="presOf" srcId="{1680D3CC-DC31-4CAC-ADAA-783A836EAA3E}" destId="{5694313A-9C67-4B7E-8C99-DBBC152A150A}" srcOrd="1" destOrd="0" presId="urn:microsoft.com/office/officeart/2005/8/layout/vProcess5"/>
    <dgm:cxn modelId="{61D717A8-71EB-4E36-9116-F47CF49D915A}" type="presOf" srcId="{B3AFE974-97EF-4BBC-B7D1-DEAF1871A9F0}" destId="{B2718ED2-941B-4B79-90B6-6DB1DA1FE8BC}" srcOrd="0" destOrd="0" presId="urn:microsoft.com/office/officeart/2005/8/layout/vProcess5"/>
    <dgm:cxn modelId="{5CB4EDBA-E469-4D6F-BA4F-5FE2206E855D}" type="presOf" srcId="{BB149988-4975-4DF1-8A53-26ABB815E534}" destId="{0AB36A5D-885E-41E3-A014-65D6881D4DFA}" srcOrd="1" destOrd="0" presId="urn:microsoft.com/office/officeart/2005/8/layout/vProcess5"/>
    <dgm:cxn modelId="{423423BF-FF64-4126-B35B-B22D9DC8F183}" srcId="{DF066EAB-ABB9-49AD-A953-3F991BB8CF87}" destId="{94D1F75F-EF2C-45FD-96C1-94E2BD3B01FB}" srcOrd="0" destOrd="0" parTransId="{15C2D57E-03D1-458B-91AF-35DCFC4FE631}" sibTransId="{B5FE244C-0743-40D4-9CDF-C94D5573B2E4}"/>
    <dgm:cxn modelId="{CAF040D7-5E03-43EA-8610-093BEB11A069}" srcId="{DF066EAB-ABB9-49AD-A953-3F991BB8CF87}" destId="{D3AB0F80-E10A-428C-AE3F-F616E417A54B}" srcOrd="1" destOrd="0" parTransId="{12533F50-68F7-4C87-9853-1EB6CECCBC4F}" sibTransId="{B3AFE974-97EF-4BBC-B7D1-DEAF1871A9F0}"/>
    <dgm:cxn modelId="{62915CE1-1991-40F7-9D21-74F2B66CFE02}" srcId="{DF066EAB-ABB9-49AD-A953-3F991BB8CF87}" destId="{1680D3CC-DC31-4CAC-ADAA-783A836EAA3E}" srcOrd="3" destOrd="0" parTransId="{3F80EB6F-D0C9-48F0-90E3-CB752CA5E230}" sibTransId="{1992CC2C-C447-4F65-B602-59DCA7D76FCA}"/>
    <dgm:cxn modelId="{19EC65EE-E876-4163-AB2B-7D455A81E07E}" type="presOf" srcId="{94D1F75F-EF2C-45FD-96C1-94E2BD3B01FB}" destId="{3D470E0C-4E9A-424A-9FE2-44A47FEB0F7F}" srcOrd="1" destOrd="0" presId="urn:microsoft.com/office/officeart/2005/8/layout/vProcess5"/>
    <dgm:cxn modelId="{0872A5FA-BB40-481B-8B25-15805395076C}" type="presOf" srcId="{D3AB0F80-E10A-428C-AE3F-F616E417A54B}" destId="{3168A3A6-722C-4B6B-9F39-2C78AD64FEC2}" srcOrd="0" destOrd="0" presId="urn:microsoft.com/office/officeart/2005/8/layout/vProcess5"/>
    <dgm:cxn modelId="{13511FF9-AD4D-4C53-8491-86053007DF47}" type="presParOf" srcId="{6BBC84BD-74D4-471D-9942-2C76593A8EDC}" destId="{8FBE2E13-ACCB-4A45-B99D-85DFE670DBB6}" srcOrd="0" destOrd="0" presId="urn:microsoft.com/office/officeart/2005/8/layout/vProcess5"/>
    <dgm:cxn modelId="{5653EE1F-5F01-4C04-93E3-0F7A41CCEFC1}" type="presParOf" srcId="{6BBC84BD-74D4-471D-9942-2C76593A8EDC}" destId="{2CC7CCB3-23F6-40CD-AA58-AF9A7DA434D0}" srcOrd="1" destOrd="0" presId="urn:microsoft.com/office/officeart/2005/8/layout/vProcess5"/>
    <dgm:cxn modelId="{ED689B83-551F-42E7-9362-A93CB84963CC}" type="presParOf" srcId="{6BBC84BD-74D4-471D-9942-2C76593A8EDC}" destId="{3168A3A6-722C-4B6B-9F39-2C78AD64FEC2}" srcOrd="2" destOrd="0" presId="urn:microsoft.com/office/officeart/2005/8/layout/vProcess5"/>
    <dgm:cxn modelId="{B0F50297-382C-44A6-A582-B3A929D2039F}" type="presParOf" srcId="{6BBC84BD-74D4-471D-9942-2C76593A8EDC}" destId="{38D365F5-7B80-430D-9807-4464C85FE0B7}" srcOrd="3" destOrd="0" presId="urn:microsoft.com/office/officeart/2005/8/layout/vProcess5"/>
    <dgm:cxn modelId="{264E59FB-8931-4734-87B3-E51D1FC754F8}" type="presParOf" srcId="{6BBC84BD-74D4-471D-9942-2C76593A8EDC}" destId="{6011B1D7-19F0-4EA4-9309-45677DAFB16E}" srcOrd="4" destOrd="0" presId="urn:microsoft.com/office/officeart/2005/8/layout/vProcess5"/>
    <dgm:cxn modelId="{6DE36B65-DA08-4B3E-A46A-60E777D67637}" type="presParOf" srcId="{6BBC84BD-74D4-471D-9942-2C76593A8EDC}" destId="{2DB13B7D-011C-49D9-9BA6-1BF0ECDA1110}" srcOrd="5" destOrd="0" presId="urn:microsoft.com/office/officeart/2005/8/layout/vProcess5"/>
    <dgm:cxn modelId="{3A9FEFDE-EE61-44E2-8208-EC01612042B0}" type="presParOf" srcId="{6BBC84BD-74D4-471D-9942-2C76593A8EDC}" destId="{B2718ED2-941B-4B79-90B6-6DB1DA1FE8BC}" srcOrd="6" destOrd="0" presId="urn:microsoft.com/office/officeart/2005/8/layout/vProcess5"/>
    <dgm:cxn modelId="{BEBA432E-2DE1-4689-9D5B-94E78F7DB164}" type="presParOf" srcId="{6BBC84BD-74D4-471D-9942-2C76593A8EDC}" destId="{EDFDC493-1006-4965-83B7-4FA3EC780551}" srcOrd="7" destOrd="0" presId="urn:microsoft.com/office/officeart/2005/8/layout/vProcess5"/>
    <dgm:cxn modelId="{BAFAF642-6444-4146-A64F-2D4E727BB8D9}" type="presParOf" srcId="{6BBC84BD-74D4-471D-9942-2C76593A8EDC}" destId="{3D470E0C-4E9A-424A-9FE2-44A47FEB0F7F}" srcOrd="8" destOrd="0" presId="urn:microsoft.com/office/officeart/2005/8/layout/vProcess5"/>
    <dgm:cxn modelId="{CFEA987F-CDFD-49CF-A07B-66A92D2D1740}" type="presParOf" srcId="{6BBC84BD-74D4-471D-9942-2C76593A8EDC}" destId="{9D717FBC-79FF-47BB-9268-44795EC9316E}" srcOrd="9" destOrd="0" presId="urn:microsoft.com/office/officeart/2005/8/layout/vProcess5"/>
    <dgm:cxn modelId="{318D1674-C1DD-4384-AB5C-824D22A5995D}" type="presParOf" srcId="{6BBC84BD-74D4-471D-9942-2C76593A8EDC}" destId="{0AB36A5D-885E-41E3-A014-65D6881D4DFA}" srcOrd="10" destOrd="0" presId="urn:microsoft.com/office/officeart/2005/8/layout/vProcess5"/>
    <dgm:cxn modelId="{48E1E6C2-7E7D-4AF7-96F6-B5CB6E35D606}" type="presParOf" srcId="{6BBC84BD-74D4-471D-9942-2C76593A8EDC}" destId="{5694313A-9C67-4B7E-8C99-DBBC152A150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1FFAFB4-843A-4417-9928-BF7F4957743D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E3E8C6C-57B7-4B7E-8EB1-A0BD9F45CA7A}">
      <dgm:prSet/>
      <dgm:spPr/>
      <dgm:t>
        <a:bodyPr/>
        <a:lstStyle/>
        <a:p>
          <a:r>
            <a:rPr lang="en-US" b="0" i="0"/>
            <a:t>Used for people and things</a:t>
          </a:r>
          <a:endParaRPr lang="en-US"/>
        </a:p>
      </dgm:t>
    </dgm:pt>
    <dgm:pt modelId="{4885EA5A-FA7F-4794-B5F9-16EADA934526}" type="parTrans" cxnId="{607FA3DC-4E36-4483-B09B-0073C7DB679C}">
      <dgm:prSet/>
      <dgm:spPr/>
      <dgm:t>
        <a:bodyPr/>
        <a:lstStyle/>
        <a:p>
          <a:endParaRPr lang="en-US"/>
        </a:p>
      </dgm:t>
    </dgm:pt>
    <dgm:pt modelId="{D6133300-E914-48D0-9B92-D38710C114D7}" type="sibTrans" cxnId="{607FA3DC-4E36-4483-B09B-0073C7DB679C}">
      <dgm:prSet/>
      <dgm:spPr/>
      <dgm:t>
        <a:bodyPr/>
        <a:lstStyle/>
        <a:p>
          <a:endParaRPr lang="en-US"/>
        </a:p>
      </dgm:t>
    </dgm:pt>
    <dgm:pt modelId="{1F4883B9-0B13-4F4B-A27D-04CACD27412E}">
      <dgm:prSet/>
      <dgm:spPr/>
      <dgm:t>
        <a:bodyPr/>
        <a:lstStyle/>
        <a:p>
          <a:r>
            <a:rPr lang="en-US" b="0" i="0"/>
            <a:t>Examples:</a:t>
          </a:r>
          <a:endParaRPr lang="en-US"/>
        </a:p>
      </dgm:t>
    </dgm:pt>
    <dgm:pt modelId="{F0C6A230-F4A3-4C9A-B059-051CC9C0478A}" type="parTrans" cxnId="{2BEA2D9C-0EEA-4BD9-8F69-9E8860F4B8C1}">
      <dgm:prSet/>
      <dgm:spPr/>
      <dgm:t>
        <a:bodyPr/>
        <a:lstStyle/>
        <a:p>
          <a:endParaRPr lang="en-US"/>
        </a:p>
      </dgm:t>
    </dgm:pt>
    <dgm:pt modelId="{0449A27F-5C99-4A89-B624-207E1E84F770}" type="sibTrans" cxnId="{2BEA2D9C-0EEA-4BD9-8F69-9E8860F4B8C1}">
      <dgm:prSet/>
      <dgm:spPr/>
      <dgm:t>
        <a:bodyPr/>
        <a:lstStyle/>
        <a:p>
          <a:endParaRPr lang="en-US"/>
        </a:p>
      </dgm:t>
    </dgm:pt>
    <dgm:pt modelId="{9035096D-020B-4D98-9AF8-2AAE03A1E4C6}">
      <dgm:prSet/>
      <dgm:spPr/>
      <dgm:t>
        <a:bodyPr/>
        <a:lstStyle/>
        <a:p>
          <a:r>
            <a:rPr lang="en-US" b="0" i="0"/>
            <a:t>• The boy that won the prize is happy.</a:t>
          </a:r>
          <a:endParaRPr lang="en-US"/>
        </a:p>
      </dgm:t>
    </dgm:pt>
    <dgm:pt modelId="{F4DFAE42-26D3-4A66-814E-3E9EC46C89CB}" type="parTrans" cxnId="{AD6E79A7-C492-4ED0-B2FF-E2DE6BA3FE9B}">
      <dgm:prSet/>
      <dgm:spPr/>
      <dgm:t>
        <a:bodyPr/>
        <a:lstStyle/>
        <a:p>
          <a:endParaRPr lang="en-US"/>
        </a:p>
      </dgm:t>
    </dgm:pt>
    <dgm:pt modelId="{8C51D3B5-1ED8-48BB-9785-134F7CEE281A}" type="sibTrans" cxnId="{AD6E79A7-C492-4ED0-B2FF-E2DE6BA3FE9B}">
      <dgm:prSet/>
      <dgm:spPr/>
      <dgm:t>
        <a:bodyPr/>
        <a:lstStyle/>
        <a:p>
          <a:endParaRPr lang="en-US"/>
        </a:p>
      </dgm:t>
    </dgm:pt>
    <dgm:pt modelId="{0B3324F7-BE34-4AAF-934C-072F88705BFE}">
      <dgm:prSet/>
      <dgm:spPr/>
      <dgm:t>
        <a:bodyPr/>
        <a:lstStyle/>
        <a:p>
          <a:r>
            <a:rPr lang="en-US" b="0" i="0"/>
            <a:t>• The pen that you gave me works well.</a:t>
          </a:r>
          <a:endParaRPr lang="en-US"/>
        </a:p>
      </dgm:t>
    </dgm:pt>
    <dgm:pt modelId="{E35DC58C-E8D6-4559-8EE8-F014E94D7834}" type="parTrans" cxnId="{B8656934-F11F-412A-B5E8-A2CDF6C4605E}">
      <dgm:prSet/>
      <dgm:spPr/>
      <dgm:t>
        <a:bodyPr/>
        <a:lstStyle/>
        <a:p>
          <a:endParaRPr lang="en-US"/>
        </a:p>
      </dgm:t>
    </dgm:pt>
    <dgm:pt modelId="{53933C7C-0A9D-4A26-9976-DD016FB79A38}" type="sibTrans" cxnId="{B8656934-F11F-412A-B5E8-A2CDF6C4605E}">
      <dgm:prSet/>
      <dgm:spPr/>
      <dgm:t>
        <a:bodyPr/>
        <a:lstStyle/>
        <a:p>
          <a:endParaRPr lang="en-US"/>
        </a:p>
      </dgm:t>
    </dgm:pt>
    <dgm:pt modelId="{4E9B7C14-61BB-4868-84E9-32C16E5F8D5D}" type="pres">
      <dgm:prSet presAssocID="{E1FFAFB4-843A-4417-9928-BF7F4957743D}" presName="outerComposite" presStyleCnt="0">
        <dgm:presLayoutVars>
          <dgm:chMax val="5"/>
          <dgm:dir/>
          <dgm:resizeHandles val="exact"/>
        </dgm:presLayoutVars>
      </dgm:prSet>
      <dgm:spPr/>
    </dgm:pt>
    <dgm:pt modelId="{801534FA-E11F-4BC2-9842-60668ABE858C}" type="pres">
      <dgm:prSet presAssocID="{E1FFAFB4-843A-4417-9928-BF7F4957743D}" presName="dummyMaxCanvas" presStyleCnt="0">
        <dgm:presLayoutVars/>
      </dgm:prSet>
      <dgm:spPr/>
    </dgm:pt>
    <dgm:pt modelId="{D3D61AB2-DE60-4DEC-BBED-A0E3EBC41A23}" type="pres">
      <dgm:prSet presAssocID="{E1FFAFB4-843A-4417-9928-BF7F4957743D}" presName="FourNodes_1" presStyleLbl="node1" presStyleIdx="0" presStyleCnt="4">
        <dgm:presLayoutVars>
          <dgm:bulletEnabled val="1"/>
        </dgm:presLayoutVars>
      </dgm:prSet>
      <dgm:spPr/>
    </dgm:pt>
    <dgm:pt modelId="{89D64412-07F5-4C84-9FEB-A36050B73653}" type="pres">
      <dgm:prSet presAssocID="{E1FFAFB4-843A-4417-9928-BF7F4957743D}" presName="FourNodes_2" presStyleLbl="node1" presStyleIdx="1" presStyleCnt="4">
        <dgm:presLayoutVars>
          <dgm:bulletEnabled val="1"/>
        </dgm:presLayoutVars>
      </dgm:prSet>
      <dgm:spPr/>
    </dgm:pt>
    <dgm:pt modelId="{5F44FB23-5CFA-4B64-AAE8-3A8142ACB284}" type="pres">
      <dgm:prSet presAssocID="{E1FFAFB4-843A-4417-9928-BF7F4957743D}" presName="FourNodes_3" presStyleLbl="node1" presStyleIdx="2" presStyleCnt="4">
        <dgm:presLayoutVars>
          <dgm:bulletEnabled val="1"/>
        </dgm:presLayoutVars>
      </dgm:prSet>
      <dgm:spPr/>
    </dgm:pt>
    <dgm:pt modelId="{AC07F04C-530A-4A03-920B-34C2953FAF7C}" type="pres">
      <dgm:prSet presAssocID="{E1FFAFB4-843A-4417-9928-BF7F4957743D}" presName="FourNodes_4" presStyleLbl="node1" presStyleIdx="3" presStyleCnt="4">
        <dgm:presLayoutVars>
          <dgm:bulletEnabled val="1"/>
        </dgm:presLayoutVars>
      </dgm:prSet>
      <dgm:spPr/>
    </dgm:pt>
    <dgm:pt modelId="{A7559D1F-22BD-43AA-AC70-227BA6179719}" type="pres">
      <dgm:prSet presAssocID="{E1FFAFB4-843A-4417-9928-BF7F4957743D}" presName="FourConn_1-2" presStyleLbl="fgAccFollowNode1" presStyleIdx="0" presStyleCnt="3">
        <dgm:presLayoutVars>
          <dgm:bulletEnabled val="1"/>
        </dgm:presLayoutVars>
      </dgm:prSet>
      <dgm:spPr/>
    </dgm:pt>
    <dgm:pt modelId="{A5E72BAC-82D9-4B6B-A51D-A9CEEF632902}" type="pres">
      <dgm:prSet presAssocID="{E1FFAFB4-843A-4417-9928-BF7F4957743D}" presName="FourConn_2-3" presStyleLbl="fgAccFollowNode1" presStyleIdx="1" presStyleCnt="3">
        <dgm:presLayoutVars>
          <dgm:bulletEnabled val="1"/>
        </dgm:presLayoutVars>
      </dgm:prSet>
      <dgm:spPr/>
    </dgm:pt>
    <dgm:pt modelId="{997C639F-EA4E-43BC-9785-24128AB8DCE0}" type="pres">
      <dgm:prSet presAssocID="{E1FFAFB4-843A-4417-9928-BF7F4957743D}" presName="FourConn_3-4" presStyleLbl="fgAccFollowNode1" presStyleIdx="2" presStyleCnt="3">
        <dgm:presLayoutVars>
          <dgm:bulletEnabled val="1"/>
        </dgm:presLayoutVars>
      </dgm:prSet>
      <dgm:spPr/>
    </dgm:pt>
    <dgm:pt modelId="{F4609A1F-03FF-45CF-A296-6B4076269960}" type="pres">
      <dgm:prSet presAssocID="{E1FFAFB4-843A-4417-9928-BF7F4957743D}" presName="FourNodes_1_text" presStyleLbl="node1" presStyleIdx="3" presStyleCnt="4">
        <dgm:presLayoutVars>
          <dgm:bulletEnabled val="1"/>
        </dgm:presLayoutVars>
      </dgm:prSet>
      <dgm:spPr/>
    </dgm:pt>
    <dgm:pt modelId="{C0F2FDD7-8E69-4AFD-BC62-1EC15732132B}" type="pres">
      <dgm:prSet presAssocID="{E1FFAFB4-843A-4417-9928-BF7F4957743D}" presName="FourNodes_2_text" presStyleLbl="node1" presStyleIdx="3" presStyleCnt="4">
        <dgm:presLayoutVars>
          <dgm:bulletEnabled val="1"/>
        </dgm:presLayoutVars>
      </dgm:prSet>
      <dgm:spPr/>
    </dgm:pt>
    <dgm:pt modelId="{74C4C564-A35D-4DFC-A893-6C5F13ED0B61}" type="pres">
      <dgm:prSet presAssocID="{E1FFAFB4-843A-4417-9928-BF7F4957743D}" presName="FourNodes_3_text" presStyleLbl="node1" presStyleIdx="3" presStyleCnt="4">
        <dgm:presLayoutVars>
          <dgm:bulletEnabled val="1"/>
        </dgm:presLayoutVars>
      </dgm:prSet>
      <dgm:spPr/>
    </dgm:pt>
    <dgm:pt modelId="{9245EDC9-2579-41FE-AF30-8913A619BBF3}" type="pres">
      <dgm:prSet presAssocID="{E1FFAFB4-843A-4417-9928-BF7F4957743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69C3B1A-CEBA-4A9A-BBAA-93B50532FFA4}" type="presOf" srcId="{D6133300-E914-48D0-9B92-D38710C114D7}" destId="{A7559D1F-22BD-43AA-AC70-227BA6179719}" srcOrd="0" destOrd="0" presId="urn:microsoft.com/office/officeart/2005/8/layout/vProcess5"/>
    <dgm:cxn modelId="{372B3220-A592-4411-9BAB-CBF4C5F0F1F5}" type="presOf" srcId="{0449A27F-5C99-4A89-B624-207E1E84F770}" destId="{A5E72BAC-82D9-4B6B-A51D-A9CEEF632902}" srcOrd="0" destOrd="0" presId="urn:microsoft.com/office/officeart/2005/8/layout/vProcess5"/>
    <dgm:cxn modelId="{6CAEA920-9E2D-485A-A42A-7FB6599E8FBC}" type="presOf" srcId="{9035096D-020B-4D98-9AF8-2AAE03A1E4C6}" destId="{74C4C564-A35D-4DFC-A893-6C5F13ED0B61}" srcOrd="1" destOrd="0" presId="urn:microsoft.com/office/officeart/2005/8/layout/vProcess5"/>
    <dgm:cxn modelId="{C7B2BE31-5A5F-4E3C-9259-A7F113204724}" type="presOf" srcId="{8C51D3B5-1ED8-48BB-9785-134F7CEE281A}" destId="{997C639F-EA4E-43BC-9785-24128AB8DCE0}" srcOrd="0" destOrd="0" presId="urn:microsoft.com/office/officeart/2005/8/layout/vProcess5"/>
    <dgm:cxn modelId="{B8656934-F11F-412A-B5E8-A2CDF6C4605E}" srcId="{E1FFAFB4-843A-4417-9928-BF7F4957743D}" destId="{0B3324F7-BE34-4AAF-934C-072F88705BFE}" srcOrd="3" destOrd="0" parTransId="{E35DC58C-E8D6-4559-8EE8-F014E94D7834}" sibTransId="{53933C7C-0A9D-4A26-9976-DD016FB79A38}"/>
    <dgm:cxn modelId="{39AA6861-DACA-4E3F-A245-95A5E8740734}" type="presOf" srcId="{7E3E8C6C-57B7-4B7E-8EB1-A0BD9F45CA7A}" destId="{D3D61AB2-DE60-4DEC-BBED-A0E3EBC41A23}" srcOrd="0" destOrd="0" presId="urn:microsoft.com/office/officeart/2005/8/layout/vProcess5"/>
    <dgm:cxn modelId="{389EA642-FDF6-4C7E-A783-44E2248555A4}" type="presOf" srcId="{7E3E8C6C-57B7-4B7E-8EB1-A0BD9F45CA7A}" destId="{F4609A1F-03FF-45CF-A296-6B4076269960}" srcOrd="1" destOrd="0" presId="urn:microsoft.com/office/officeart/2005/8/layout/vProcess5"/>
    <dgm:cxn modelId="{2F33CB65-ABA8-4331-9EE6-92265BAB147E}" type="presOf" srcId="{1F4883B9-0B13-4F4B-A27D-04CACD27412E}" destId="{C0F2FDD7-8E69-4AFD-BC62-1EC15732132B}" srcOrd="1" destOrd="0" presId="urn:microsoft.com/office/officeart/2005/8/layout/vProcess5"/>
    <dgm:cxn modelId="{29DB7D69-01C8-447A-AF7F-20C63A47D22A}" type="presOf" srcId="{0B3324F7-BE34-4AAF-934C-072F88705BFE}" destId="{AC07F04C-530A-4A03-920B-34C2953FAF7C}" srcOrd="0" destOrd="0" presId="urn:microsoft.com/office/officeart/2005/8/layout/vProcess5"/>
    <dgm:cxn modelId="{C1C7734F-4387-4DA4-98DE-80252BD1DDA6}" type="presOf" srcId="{0B3324F7-BE34-4AAF-934C-072F88705BFE}" destId="{9245EDC9-2579-41FE-AF30-8913A619BBF3}" srcOrd="1" destOrd="0" presId="urn:microsoft.com/office/officeart/2005/8/layout/vProcess5"/>
    <dgm:cxn modelId="{8E284881-2600-4238-806E-606D5D6BA30C}" type="presOf" srcId="{1F4883B9-0B13-4F4B-A27D-04CACD27412E}" destId="{89D64412-07F5-4C84-9FEB-A36050B73653}" srcOrd="0" destOrd="0" presId="urn:microsoft.com/office/officeart/2005/8/layout/vProcess5"/>
    <dgm:cxn modelId="{2BEA2D9C-0EEA-4BD9-8F69-9E8860F4B8C1}" srcId="{E1FFAFB4-843A-4417-9928-BF7F4957743D}" destId="{1F4883B9-0B13-4F4B-A27D-04CACD27412E}" srcOrd="1" destOrd="0" parTransId="{F0C6A230-F4A3-4C9A-B059-051CC9C0478A}" sibTransId="{0449A27F-5C99-4A89-B624-207E1E84F770}"/>
    <dgm:cxn modelId="{DA7E629E-42B0-489C-B5AE-614B1E0ACEAD}" type="presOf" srcId="{E1FFAFB4-843A-4417-9928-BF7F4957743D}" destId="{4E9B7C14-61BB-4868-84E9-32C16E5F8D5D}" srcOrd="0" destOrd="0" presId="urn:microsoft.com/office/officeart/2005/8/layout/vProcess5"/>
    <dgm:cxn modelId="{AD6E79A7-C492-4ED0-B2FF-E2DE6BA3FE9B}" srcId="{E1FFAFB4-843A-4417-9928-BF7F4957743D}" destId="{9035096D-020B-4D98-9AF8-2AAE03A1E4C6}" srcOrd="2" destOrd="0" parTransId="{F4DFAE42-26D3-4A66-814E-3E9EC46C89CB}" sibTransId="{8C51D3B5-1ED8-48BB-9785-134F7CEE281A}"/>
    <dgm:cxn modelId="{2775F5B8-22EF-4310-BE49-8355AE00EA49}" type="presOf" srcId="{9035096D-020B-4D98-9AF8-2AAE03A1E4C6}" destId="{5F44FB23-5CFA-4B64-AAE8-3A8142ACB284}" srcOrd="0" destOrd="0" presId="urn:microsoft.com/office/officeart/2005/8/layout/vProcess5"/>
    <dgm:cxn modelId="{607FA3DC-4E36-4483-B09B-0073C7DB679C}" srcId="{E1FFAFB4-843A-4417-9928-BF7F4957743D}" destId="{7E3E8C6C-57B7-4B7E-8EB1-A0BD9F45CA7A}" srcOrd="0" destOrd="0" parTransId="{4885EA5A-FA7F-4794-B5F9-16EADA934526}" sibTransId="{D6133300-E914-48D0-9B92-D38710C114D7}"/>
    <dgm:cxn modelId="{5279EB5C-09FD-4350-8E4F-E6DE03005A60}" type="presParOf" srcId="{4E9B7C14-61BB-4868-84E9-32C16E5F8D5D}" destId="{801534FA-E11F-4BC2-9842-60668ABE858C}" srcOrd="0" destOrd="0" presId="urn:microsoft.com/office/officeart/2005/8/layout/vProcess5"/>
    <dgm:cxn modelId="{6AAFF7B5-9A03-44E0-AF7E-5FBF77482C19}" type="presParOf" srcId="{4E9B7C14-61BB-4868-84E9-32C16E5F8D5D}" destId="{D3D61AB2-DE60-4DEC-BBED-A0E3EBC41A23}" srcOrd="1" destOrd="0" presId="urn:microsoft.com/office/officeart/2005/8/layout/vProcess5"/>
    <dgm:cxn modelId="{C138101D-4DBF-4396-9145-F79818CAF2CB}" type="presParOf" srcId="{4E9B7C14-61BB-4868-84E9-32C16E5F8D5D}" destId="{89D64412-07F5-4C84-9FEB-A36050B73653}" srcOrd="2" destOrd="0" presId="urn:microsoft.com/office/officeart/2005/8/layout/vProcess5"/>
    <dgm:cxn modelId="{1030B166-6E3B-43E8-A966-1568ADD0DC78}" type="presParOf" srcId="{4E9B7C14-61BB-4868-84E9-32C16E5F8D5D}" destId="{5F44FB23-5CFA-4B64-AAE8-3A8142ACB284}" srcOrd="3" destOrd="0" presId="urn:microsoft.com/office/officeart/2005/8/layout/vProcess5"/>
    <dgm:cxn modelId="{5A52614E-1A7A-491B-A5EC-84D78946DB54}" type="presParOf" srcId="{4E9B7C14-61BB-4868-84E9-32C16E5F8D5D}" destId="{AC07F04C-530A-4A03-920B-34C2953FAF7C}" srcOrd="4" destOrd="0" presId="urn:microsoft.com/office/officeart/2005/8/layout/vProcess5"/>
    <dgm:cxn modelId="{2D7702BF-D2C8-4C3B-BCF4-6D233A02C1F0}" type="presParOf" srcId="{4E9B7C14-61BB-4868-84E9-32C16E5F8D5D}" destId="{A7559D1F-22BD-43AA-AC70-227BA6179719}" srcOrd="5" destOrd="0" presId="urn:microsoft.com/office/officeart/2005/8/layout/vProcess5"/>
    <dgm:cxn modelId="{1FFD8171-56D2-4BC7-9A6D-3CC5125B8B69}" type="presParOf" srcId="{4E9B7C14-61BB-4868-84E9-32C16E5F8D5D}" destId="{A5E72BAC-82D9-4B6B-A51D-A9CEEF632902}" srcOrd="6" destOrd="0" presId="urn:microsoft.com/office/officeart/2005/8/layout/vProcess5"/>
    <dgm:cxn modelId="{A439EA94-4B94-4EED-8704-0FB554DD2D49}" type="presParOf" srcId="{4E9B7C14-61BB-4868-84E9-32C16E5F8D5D}" destId="{997C639F-EA4E-43BC-9785-24128AB8DCE0}" srcOrd="7" destOrd="0" presId="urn:microsoft.com/office/officeart/2005/8/layout/vProcess5"/>
    <dgm:cxn modelId="{B900CCB0-F4FF-48FA-90B6-BFC333537663}" type="presParOf" srcId="{4E9B7C14-61BB-4868-84E9-32C16E5F8D5D}" destId="{F4609A1F-03FF-45CF-A296-6B4076269960}" srcOrd="8" destOrd="0" presId="urn:microsoft.com/office/officeart/2005/8/layout/vProcess5"/>
    <dgm:cxn modelId="{161EDA6B-1438-4288-B93E-8DE8344BDC21}" type="presParOf" srcId="{4E9B7C14-61BB-4868-84E9-32C16E5F8D5D}" destId="{C0F2FDD7-8E69-4AFD-BC62-1EC15732132B}" srcOrd="9" destOrd="0" presId="urn:microsoft.com/office/officeart/2005/8/layout/vProcess5"/>
    <dgm:cxn modelId="{07E11BC5-D494-4934-A9DC-AFF39566A2C2}" type="presParOf" srcId="{4E9B7C14-61BB-4868-84E9-32C16E5F8D5D}" destId="{74C4C564-A35D-4DFC-A893-6C5F13ED0B61}" srcOrd="10" destOrd="0" presId="urn:microsoft.com/office/officeart/2005/8/layout/vProcess5"/>
    <dgm:cxn modelId="{2B06B177-51D4-44C9-A405-7B7A33126DD5}" type="presParOf" srcId="{4E9B7C14-61BB-4868-84E9-32C16E5F8D5D}" destId="{9245EDC9-2579-41FE-AF30-8913A619BBF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11161A6-2CF0-425D-B171-6D4A83A6F2D9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B7891E7-D84F-47B8-9778-ED165B173A1C}">
      <dgm:prSet/>
      <dgm:spPr/>
      <dgm:t>
        <a:bodyPr/>
        <a:lstStyle/>
        <a:p>
          <a:r>
            <a:rPr lang="en-US" b="0" i="0"/>
            <a:t>Used for places</a:t>
          </a:r>
          <a:endParaRPr lang="en-US"/>
        </a:p>
      </dgm:t>
    </dgm:pt>
    <dgm:pt modelId="{461C1774-8F02-43B2-AF89-1DCBB41BBE2D}" type="parTrans" cxnId="{50B3E092-3155-4A3B-8259-DC88A18FEFAE}">
      <dgm:prSet/>
      <dgm:spPr/>
      <dgm:t>
        <a:bodyPr/>
        <a:lstStyle/>
        <a:p>
          <a:endParaRPr lang="en-US"/>
        </a:p>
      </dgm:t>
    </dgm:pt>
    <dgm:pt modelId="{FF561678-0D5D-4215-B774-023A66E08C1E}" type="sibTrans" cxnId="{50B3E092-3155-4A3B-8259-DC88A18FEFAE}">
      <dgm:prSet/>
      <dgm:spPr/>
      <dgm:t>
        <a:bodyPr/>
        <a:lstStyle/>
        <a:p>
          <a:endParaRPr lang="en-US"/>
        </a:p>
      </dgm:t>
    </dgm:pt>
    <dgm:pt modelId="{FDF8C03B-817C-4DA6-BD87-D33A8D7057AF}">
      <dgm:prSet/>
      <dgm:spPr/>
      <dgm:t>
        <a:bodyPr/>
        <a:lstStyle/>
        <a:p>
          <a:r>
            <a:rPr lang="en-US" b="0" i="0"/>
            <a:t>Examples:</a:t>
          </a:r>
          <a:endParaRPr lang="en-US"/>
        </a:p>
      </dgm:t>
    </dgm:pt>
    <dgm:pt modelId="{3BE001C9-AB29-4F95-A882-5727FA031EF9}" type="parTrans" cxnId="{67F83A05-ECE9-4E36-8549-1CA86363F825}">
      <dgm:prSet/>
      <dgm:spPr/>
      <dgm:t>
        <a:bodyPr/>
        <a:lstStyle/>
        <a:p>
          <a:endParaRPr lang="en-US"/>
        </a:p>
      </dgm:t>
    </dgm:pt>
    <dgm:pt modelId="{8C31710A-E282-4876-A509-605BEBBFA086}" type="sibTrans" cxnId="{67F83A05-ECE9-4E36-8549-1CA86363F825}">
      <dgm:prSet/>
      <dgm:spPr/>
      <dgm:t>
        <a:bodyPr/>
        <a:lstStyle/>
        <a:p>
          <a:endParaRPr lang="en-US"/>
        </a:p>
      </dgm:t>
    </dgm:pt>
    <dgm:pt modelId="{A4165242-A5BC-48AD-8FCF-689EA3F2136F}">
      <dgm:prSet/>
      <dgm:spPr/>
      <dgm:t>
        <a:bodyPr/>
        <a:lstStyle/>
        <a:p>
          <a:r>
            <a:rPr lang="en-US" b="0" i="0"/>
            <a:t>• This is the house where I live.</a:t>
          </a:r>
          <a:endParaRPr lang="en-US"/>
        </a:p>
      </dgm:t>
    </dgm:pt>
    <dgm:pt modelId="{BA49B208-9273-4EB3-9C97-6E259A74EEDB}" type="parTrans" cxnId="{DD5438C5-6AE2-4517-9141-2ABECBA57030}">
      <dgm:prSet/>
      <dgm:spPr/>
      <dgm:t>
        <a:bodyPr/>
        <a:lstStyle/>
        <a:p>
          <a:endParaRPr lang="en-US"/>
        </a:p>
      </dgm:t>
    </dgm:pt>
    <dgm:pt modelId="{E98E3FC5-5A91-497D-98FA-9AFE05C951E9}" type="sibTrans" cxnId="{DD5438C5-6AE2-4517-9141-2ABECBA57030}">
      <dgm:prSet/>
      <dgm:spPr/>
      <dgm:t>
        <a:bodyPr/>
        <a:lstStyle/>
        <a:p>
          <a:endParaRPr lang="en-US"/>
        </a:p>
      </dgm:t>
    </dgm:pt>
    <dgm:pt modelId="{DE47874D-239B-41A1-8621-A0DFF3082FF3}">
      <dgm:prSet/>
      <dgm:spPr/>
      <dgm:t>
        <a:bodyPr/>
        <a:lstStyle/>
        <a:p>
          <a:r>
            <a:rPr lang="en-US" b="0" i="0"/>
            <a:t>• The school where I studied is famous.</a:t>
          </a:r>
          <a:endParaRPr lang="en-US"/>
        </a:p>
      </dgm:t>
    </dgm:pt>
    <dgm:pt modelId="{DBB5A18B-1403-471B-B1C9-3D1C3F5AF576}" type="parTrans" cxnId="{6F7B8EA4-BBF3-4097-B4F3-EC6C9A1B41B4}">
      <dgm:prSet/>
      <dgm:spPr/>
      <dgm:t>
        <a:bodyPr/>
        <a:lstStyle/>
        <a:p>
          <a:endParaRPr lang="en-US"/>
        </a:p>
      </dgm:t>
    </dgm:pt>
    <dgm:pt modelId="{7FA6499B-57C2-4AE6-90EE-0DBB44057132}" type="sibTrans" cxnId="{6F7B8EA4-BBF3-4097-B4F3-EC6C9A1B41B4}">
      <dgm:prSet/>
      <dgm:spPr/>
      <dgm:t>
        <a:bodyPr/>
        <a:lstStyle/>
        <a:p>
          <a:endParaRPr lang="en-US"/>
        </a:p>
      </dgm:t>
    </dgm:pt>
    <dgm:pt modelId="{2207696B-8CFE-4D4B-B59A-BA56AE2F30BE}" type="pres">
      <dgm:prSet presAssocID="{111161A6-2CF0-425D-B171-6D4A83A6F2D9}" presName="outerComposite" presStyleCnt="0">
        <dgm:presLayoutVars>
          <dgm:chMax val="5"/>
          <dgm:dir/>
          <dgm:resizeHandles val="exact"/>
        </dgm:presLayoutVars>
      </dgm:prSet>
      <dgm:spPr/>
    </dgm:pt>
    <dgm:pt modelId="{0DBB0847-174C-48D2-83DB-4ACFCC8A8885}" type="pres">
      <dgm:prSet presAssocID="{111161A6-2CF0-425D-B171-6D4A83A6F2D9}" presName="dummyMaxCanvas" presStyleCnt="0">
        <dgm:presLayoutVars/>
      </dgm:prSet>
      <dgm:spPr/>
    </dgm:pt>
    <dgm:pt modelId="{20372651-260A-4B46-A815-E7141ED41906}" type="pres">
      <dgm:prSet presAssocID="{111161A6-2CF0-425D-B171-6D4A83A6F2D9}" presName="FourNodes_1" presStyleLbl="node1" presStyleIdx="0" presStyleCnt="4">
        <dgm:presLayoutVars>
          <dgm:bulletEnabled val="1"/>
        </dgm:presLayoutVars>
      </dgm:prSet>
      <dgm:spPr/>
    </dgm:pt>
    <dgm:pt modelId="{8CD849E3-E8D7-4A36-B345-612C0435723A}" type="pres">
      <dgm:prSet presAssocID="{111161A6-2CF0-425D-B171-6D4A83A6F2D9}" presName="FourNodes_2" presStyleLbl="node1" presStyleIdx="1" presStyleCnt="4">
        <dgm:presLayoutVars>
          <dgm:bulletEnabled val="1"/>
        </dgm:presLayoutVars>
      </dgm:prSet>
      <dgm:spPr/>
    </dgm:pt>
    <dgm:pt modelId="{E9F600EA-E1B4-4BDD-85C3-AA00F096B21E}" type="pres">
      <dgm:prSet presAssocID="{111161A6-2CF0-425D-B171-6D4A83A6F2D9}" presName="FourNodes_3" presStyleLbl="node1" presStyleIdx="2" presStyleCnt="4">
        <dgm:presLayoutVars>
          <dgm:bulletEnabled val="1"/>
        </dgm:presLayoutVars>
      </dgm:prSet>
      <dgm:spPr/>
    </dgm:pt>
    <dgm:pt modelId="{2A5D5DF3-AA50-4C70-9316-3E576ED3C492}" type="pres">
      <dgm:prSet presAssocID="{111161A6-2CF0-425D-B171-6D4A83A6F2D9}" presName="FourNodes_4" presStyleLbl="node1" presStyleIdx="3" presStyleCnt="4">
        <dgm:presLayoutVars>
          <dgm:bulletEnabled val="1"/>
        </dgm:presLayoutVars>
      </dgm:prSet>
      <dgm:spPr/>
    </dgm:pt>
    <dgm:pt modelId="{A7E32B69-790B-44F9-B9A9-3BAA142FBC44}" type="pres">
      <dgm:prSet presAssocID="{111161A6-2CF0-425D-B171-6D4A83A6F2D9}" presName="FourConn_1-2" presStyleLbl="fgAccFollowNode1" presStyleIdx="0" presStyleCnt="3">
        <dgm:presLayoutVars>
          <dgm:bulletEnabled val="1"/>
        </dgm:presLayoutVars>
      </dgm:prSet>
      <dgm:spPr/>
    </dgm:pt>
    <dgm:pt modelId="{D900DE8B-7767-41FF-B3F1-2304BC13EBED}" type="pres">
      <dgm:prSet presAssocID="{111161A6-2CF0-425D-B171-6D4A83A6F2D9}" presName="FourConn_2-3" presStyleLbl="fgAccFollowNode1" presStyleIdx="1" presStyleCnt="3">
        <dgm:presLayoutVars>
          <dgm:bulletEnabled val="1"/>
        </dgm:presLayoutVars>
      </dgm:prSet>
      <dgm:spPr/>
    </dgm:pt>
    <dgm:pt modelId="{015FDAB6-C046-4999-A395-D844A6B601B3}" type="pres">
      <dgm:prSet presAssocID="{111161A6-2CF0-425D-B171-6D4A83A6F2D9}" presName="FourConn_3-4" presStyleLbl="fgAccFollowNode1" presStyleIdx="2" presStyleCnt="3">
        <dgm:presLayoutVars>
          <dgm:bulletEnabled val="1"/>
        </dgm:presLayoutVars>
      </dgm:prSet>
      <dgm:spPr/>
    </dgm:pt>
    <dgm:pt modelId="{7411029D-A32E-4585-8AFF-8F2891068E58}" type="pres">
      <dgm:prSet presAssocID="{111161A6-2CF0-425D-B171-6D4A83A6F2D9}" presName="FourNodes_1_text" presStyleLbl="node1" presStyleIdx="3" presStyleCnt="4">
        <dgm:presLayoutVars>
          <dgm:bulletEnabled val="1"/>
        </dgm:presLayoutVars>
      </dgm:prSet>
      <dgm:spPr/>
    </dgm:pt>
    <dgm:pt modelId="{376711BE-8860-4B4C-95CC-B9BE1DA7FD69}" type="pres">
      <dgm:prSet presAssocID="{111161A6-2CF0-425D-B171-6D4A83A6F2D9}" presName="FourNodes_2_text" presStyleLbl="node1" presStyleIdx="3" presStyleCnt="4">
        <dgm:presLayoutVars>
          <dgm:bulletEnabled val="1"/>
        </dgm:presLayoutVars>
      </dgm:prSet>
      <dgm:spPr/>
    </dgm:pt>
    <dgm:pt modelId="{F140DC8C-D9BB-4033-906B-27D2ABDE688A}" type="pres">
      <dgm:prSet presAssocID="{111161A6-2CF0-425D-B171-6D4A83A6F2D9}" presName="FourNodes_3_text" presStyleLbl="node1" presStyleIdx="3" presStyleCnt="4">
        <dgm:presLayoutVars>
          <dgm:bulletEnabled val="1"/>
        </dgm:presLayoutVars>
      </dgm:prSet>
      <dgm:spPr/>
    </dgm:pt>
    <dgm:pt modelId="{2E80143A-B900-4CE3-B9FC-A60C998FDF35}" type="pres">
      <dgm:prSet presAssocID="{111161A6-2CF0-425D-B171-6D4A83A6F2D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CC02003-BF1B-4C11-BC34-D15C33D17A42}" type="presOf" srcId="{A4165242-A5BC-48AD-8FCF-689EA3F2136F}" destId="{E9F600EA-E1B4-4BDD-85C3-AA00F096B21E}" srcOrd="0" destOrd="0" presId="urn:microsoft.com/office/officeart/2005/8/layout/vProcess5"/>
    <dgm:cxn modelId="{67F83A05-ECE9-4E36-8549-1CA86363F825}" srcId="{111161A6-2CF0-425D-B171-6D4A83A6F2D9}" destId="{FDF8C03B-817C-4DA6-BD87-D33A8D7057AF}" srcOrd="1" destOrd="0" parTransId="{3BE001C9-AB29-4F95-A882-5727FA031EF9}" sibTransId="{8C31710A-E282-4876-A509-605BEBBFA086}"/>
    <dgm:cxn modelId="{D011A805-6DC6-4D3E-B06D-B51682747164}" type="presOf" srcId="{DE47874D-239B-41A1-8621-A0DFF3082FF3}" destId="{2E80143A-B900-4CE3-B9FC-A60C998FDF35}" srcOrd="1" destOrd="0" presId="urn:microsoft.com/office/officeart/2005/8/layout/vProcess5"/>
    <dgm:cxn modelId="{36516418-5551-4826-A49B-ECC0BCB21A1B}" type="presOf" srcId="{FF561678-0D5D-4215-B774-023A66E08C1E}" destId="{A7E32B69-790B-44F9-B9A9-3BAA142FBC44}" srcOrd="0" destOrd="0" presId="urn:microsoft.com/office/officeart/2005/8/layout/vProcess5"/>
    <dgm:cxn modelId="{9AED402C-7082-4BD9-ABC6-AE8CD0207EBB}" type="presOf" srcId="{8C31710A-E282-4876-A509-605BEBBFA086}" destId="{D900DE8B-7767-41FF-B3F1-2304BC13EBED}" srcOrd="0" destOrd="0" presId="urn:microsoft.com/office/officeart/2005/8/layout/vProcess5"/>
    <dgm:cxn modelId="{B6C9D15D-2BF4-4125-89A7-0BF4090D25DB}" type="presOf" srcId="{DE47874D-239B-41A1-8621-A0DFF3082FF3}" destId="{2A5D5DF3-AA50-4C70-9316-3E576ED3C492}" srcOrd="0" destOrd="0" presId="urn:microsoft.com/office/officeart/2005/8/layout/vProcess5"/>
    <dgm:cxn modelId="{05674A6E-79F6-4B43-85FD-EEFE20B822E6}" type="presOf" srcId="{FDF8C03B-817C-4DA6-BD87-D33A8D7057AF}" destId="{8CD849E3-E8D7-4A36-B345-612C0435723A}" srcOrd="0" destOrd="0" presId="urn:microsoft.com/office/officeart/2005/8/layout/vProcess5"/>
    <dgm:cxn modelId="{9145CA56-63E9-4D0F-B80F-75C16A300FD0}" type="presOf" srcId="{1B7891E7-D84F-47B8-9778-ED165B173A1C}" destId="{7411029D-A32E-4585-8AFF-8F2891068E58}" srcOrd="1" destOrd="0" presId="urn:microsoft.com/office/officeart/2005/8/layout/vProcess5"/>
    <dgm:cxn modelId="{3A3AE491-7893-4D65-98F6-1A471C79E9D1}" type="presOf" srcId="{1B7891E7-D84F-47B8-9778-ED165B173A1C}" destId="{20372651-260A-4B46-A815-E7141ED41906}" srcOrd="0" destOrd="0" presId="urn:microsoft.com/office/officeart/2005/8/layout/vProcess5"/>
    <dgm:cxn modelId="{50B3E092-3155-4A3B-8259-DC88A18FEFAE}" srcId="{111161A6-2CF0-425D-B171-6D4A83A6F2D9}" destId="{1B7891E7-D84F-47B8-9778-ED165B173A1C}" srcOrd="0" destOrd="0" parTransId="{461C1774-8F02-43B2-AF89-1DCBB41BBE2D}" sibTransId="{FF561678-0D5D-4215-B774-023A66E08C1E}"/>
    <dgm:cxn modelId="{6F7B8EA4-BBF3-4097-B4F3-EC6C9A1B41B4}" srcId="{111161A6-2CF0-425D-B171-6D4A83A6F2D9}" destId="{DE47874D-239B-41A1-8621-A0DFF3082FF3}" srcOrd="3" destOrd="0" parTransId="{DBB5A18B-1403-471B-B1C9-3D1C3F5AF576}" sibTransId="{7FA6499B-57C2-4AE6-90EE-0DBB44057132}"/>
    <dgm:cxn modelId="{8515CBB2-C5F0-4BFA-A98E-FB166C0DC1BD}" type="presOf" srcId="{111161A6-2CF0-425D-B171-6D4A83A6F2D9}" destId="{2207696B-8CFE-4D4B-B59A-BA56AE2F30BE}" srcOrd="0" destOrd="0" presId="urn:microsoft.com/office/officeart/2005/8/layout/vProcess5"/>
    <dgm:cxn modelId="{DD5438C5-6AE2-4517-9141-2ABECBA57030}" srcId="{111161A6-2CF0-425D-B171-6D4A83A6F2D9}" destId="{A4165242-A5BC-48AD-8FCF-689EA3F2136F}" srcOrd="2" destOrd="0" parTransId="{BA49B208-9273-4EB3-9C97-6E259A74EEDB}" sibTransId="{E98E3FC5-5A91-497D-98FA-9AFE05C951E9}"/>
    <dgm:cxn modelId="{15945AE2-D3B2-46FA-AAED-D7C3B1266ED4}" type="presOf" srcId="{E98E3FC5-5A91-497D-98FA-9AFE05C951E9}" destId="{015FDAB6-C046-4999-A395-D844A6B601B3}" srcOrd="0" destOrd="0" presId="urn:microsoft.com/office/officeart/2005/8/layout/vProcess5"/>
    <dgm:cxn modelId="{3F40A3EF-4AD3-4D2E-8CC1-928CCC5C9EAA}" type="presOf" srcId="{A4165242-A5BC-48AD-8FCF-689EA3F2136F}" destId="{F140DC8C-D9BB-4033-906B-27D2ABDE688A}" srcOrd="1" destOrd="0" presId="urn:microsoft.com/office/officeart/2005/8/layout/vProcess5"/>
    <dgm:cxn modelId="{C19F8CF9-F48E-471F-9DEF-8ECD1100562C}" type="presOf" srcId="{FDF8C03B-817C-4DA6-BD87-D33A8D7057AF}" destId="{376711BE-8860-4B4C-95CC-B9BE1DA7FD69}" srcOrd="1" destOrd="0" presId="urn:microsoft.com/office/officeart/2005/8/layout/vProcess5"/>
    <dgm:cxn modelId="{E00E9660-981F-4CC9-B813-EEF8ABA60569}" type="presParOf" srcId="{2207696B-8CFE-4D4B-B59A-BA56AE2F30BE}" destId="{0DBB0847-174C-48D2-83DB-4ACFCC8A8885}" srcOrd="0" destOrd="0" presId="urn:microsoft.com/office/officeart/2005/8/layout/vProcess5"/>
    <dgm:cxn modelId="{1F34E94C-36EB-4593-AC9B-F7218B8C3CCD}" type="presParOf" srcId="{2207696B-8CFE-4D4B-B59A-BA56AE2F30BE}" destId="{20372651-260A-4B46-A815-E7141ED41906}" srcOrd="1" destOrd="0" presId="urn:microsoft.com/office/officeart/2005/8/layout/vProcess5"/>
    <dgm:cxn modelId="{5DC002D9-251B-4BCA-9FB8-BE8636949123}" type="presParOf" srcId="{2207696B-8CFE-4D4B-B59A-BA56AE2F30BE}" destId="{8CD849E3-E8D7-4A36-B345-612C0435723A}" srcOrd="2" destOrd="0" presId="urn:microsoft.com/office/officeart/2005/8/layout/vProcess5"/>
    <dgm:cxn modelId="{DEFACC25-36C6-4ED3-8344-C299F8C60345}" type="presParOf" srcId="{2207696B-8CFE-4D4B-B59A-BA56AE2F30BE}" destId="{E9F600EA-E1B4-4BDD-85C3-AA00F096B21E}" srcOrd="3" destOrd="0" presId="urn:microsoft.com/office/officeart/2005/8/layout/vProcess5"/>
    <dgm:cxn modelId="{D2109882-92E3-46C8-852B-7D3519C3440C}" type="presParOf" srcId="{2207696B-8CFE-4D4B-B59A-BA56AE2F30BE}" destId="{2A5D5DF3-AA50-4C70-9316-3E576ED3C492}" srcOrd="4" destOrd="0" presId="urn:microsoft.com/office/officeart/2005/8/layout/vProcess5"/>
    <dgm:cxn modelId="{CF1C0933-3F9A-4E80-8C1F-E68049C6F20E}" type="presParOf" srcId="{2207696B-8CFE-4D4B-B59A-BA56AE2F30BE}" destId="{A7E32B69-790B-44F9-B9A9-3BAA142FBC44}" srcOrd="5" destOrd="0" presId="urn:microsoft.com/office/officeart/2005/8/layout/vProcess5"/>
    <dgm:cxn modelId="{3FB24048-93D7-4FDF-B635-700B129AC2B1}" type="presParOf" srcId="{2207696B-8CFE-4D4B-B59A-BA56AE2F30BE}" destId="{D900DE8B-7767-41FF-B3F1-2304BC13EBED}" srcOrd="6" destOrd="0" presId="urn:microsoft.com/office/officeart/2005/8/layout/vProcess5"/>
    <dgm:cxn modelId="{0168DF74-825E-4B2C-97ED-DE14B41ED500}" type="presParOf" srcId="{2207696B-8CFE-4D4B-B59A-BA56AE2F30BE}" destId="{015FDAB6-C046-4999-A395-D844A6B601B3}" srcOrd="7" destOrd="0" presId="urn:microsoft.com/office/officeart/2005/8/layout/vProcess5"/>
    <dgm:cxn modelId="{F2C90C42-FA85-444E-B333-3FA0217DEC64}" type="presParOf" srcId="{2207696B-8CFE-4D4B-B59A-BA56AE2F30BE}" destId="{7411029D-A32E-4585-8AFF-8F2891068E58}" srcOrd="8" destOrd="0" presId="urn:microsoft.com/office/officeart/2005/8/layout/vProcess5"/>
    <dgm:cxn modelId="{216FA7AB-C059-4889-92D5-823976AE1C62}" type="presParOf" srcId="{2207696B-8CFE-4D4B-B59A-BA56AE2F30BE}" destId="{376711BE-8860-4B4C-95CC-B9BE1DA7FD69}" srcOrd="9" destOrd="0" presId="urn:microsoft.com/office/officeart/2005/8/layout/vProcess5"/>
    <dgm:cxn modelId="{4CECE4EA-D9AC-4115-9BDC-D5663F2A776F}" type="presParOf" srcId="{2207696B-8CFE-4D4B-B59A-BA56AE2F30BE}" destId="{F140DC8C-D9BB-4033-906B-27D2ABDE688A}" srcOrd="10" destOrd="0" presId="urn:microsoft.com/office/officeart/2005/8/layout/vProcess5"/>
    <dgm:cxn modelId="{381C70DD-EB41-4786-87D8-881457C0B0AE}" type="presParOf" srcId="{2207696B-8CFE-4D4B-B59A-BA56AE2F30BE}" destId="{2E80143A-B900-4CE3-B9FC-A60C998FDF3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469A613-CA76-4730-814C-55994AA4C6D5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DB1DDE7-4A6F-43BF-94D4-3D76A376E0A4}">
      <dgm:prSet/>
      <dgm:spPr/>
      <dgm:t>
        <a:bodyPr/>
        <a:lstStyle/>
        <a:p>
          <a:r>
            <a:rPr lang="en-US" b="0" i="0"/>
            <a:t>Used for time</a:t>
          </a:r>
          <a:endParaRPr lang="en-US"/>
        </a:p>
      </dgm:t>
    </dgm:pt>
    <dgm:pt modelId="{18199F34-F701-4DF7-81E0-F377A3A1AC0F}" type="parTrans" cxnId="{565E4C01-DE26-48D9-8B26-2BD0F4BD8F0A}">
      <dgm:prSet/>
      <dgm:spPr/>
      <dgm:t>
        <a:bodyPr/>
        <a:lstStyle/>
        <a:p>
          <a:endParaRPr lang="en-US"/>
        </a:p>
      </dgm:t>
    </dgm:pt>
    <dgm:pt modelId="{0F38FB27-B73A-4643-BE9D-A46F2E07B4AB}" type="sibTrans" cxnId="{565E4C01-DE26-48D9-8B26-2BD0F4BD8F0A}">
      <dgm:prSet/>
      <dgm:spPr/>
      <dgm:t>
        <a:bodyPr/>
        <a:lstStyle/>
        <a:p>
          <a:endParaRPr lang="en-US"/>
        </a:p>
      </dgm:t>
    </dgm:pt>
    <dgm:pt modelId="{0B575AAC-C041-4FD8-9239-9A7DEC0A0A75}">
      <dgm:prSet/>
      <dgm:spPr/>
      <dgm:t>
        <a:bodyPr/>
        <a:lstStyle/>
        <a:p>
          <a:r>
            <a:rPr lang="en-US" b="0" i="0"/>
            <a:t>Examples:</a:t>
          </a:r>
          <a:endParaRPr lang="en-US"/>
        </a:p>
      </dgm:t>
    </dgm:pt>
    <dgm:pt modelId="{53B3A5AD-03FC-4D58-B39C-C73DAEB117D9}" type="parTrans" cxnId="{529CFB4C-0B3B-42D5-8991-CF50F3749E00}">
      <dgm:prSet/>
      <dgm:spPr/>
      <dgm:t>
        <a:bodyPr/>
        <a:lstStyle/>
        <a:p>
          <a:endParaRPr lang="en-US"/>
        </a:p>
      </dgm:t>
    </dgm:pt>
    <dgm:pt modelId="{0729E73C-CF44-4DCD-9E3F-1F311E669F6F}" type="sibTrans" cxnId="{529CFB4C-0B3B-42D5-8991-CF50F3749E00}">
      <dgm:prSet/>
      <dgm:spPr/>
      <dgm:t>
        <a:bodyPr/>
        <a:lstStyle/>
        <a:p>
          <a:endParaRPr lang="en-US"/>
        </a:p>
      </dgm:t>
    </dgm:pt>
    <dgm:pt modelId="{E354A0D4-9473-48E3-96C5-05A927CF6D79}">
      <dgm:prSet/>
      <dgm:spPr/>
      <dgm:t>
        <a:bodyPr/>
        <a:lstStyle/>
        <a:p>
          <a:r>
            <a:rPr lang="en-US" b="0" i="0"/>
            <a:t>• I remember the day when we met.</a:t>
          </a:r>
          <a:endParaRPr lang="en-US"/>
        </a:p>
      </dgm:t>
    </dgm:pt>
    <dgm:pt modelId="{BA55540A-CBE8-4EA6-880F-7C18C1F62FB9}" type="parTrans" cxnId="{D09E324A-6C2D-4D3F-8A05-9C65A414D42D}">
      <dgm:prSet/>
      <dgm:spPr/>
      <dgm:t>
        <a:bodyPr/>
        <a:lstStyle/>
        <a:p>
          <a:endParaRPr lang="en-US"/>
        </a:p>
      </dgm:t>
    </dgm:pt>
    <dgm:pt modelId="{6813FD4A-9184-4613-B077-0AD296329F12}" type="sibTrans" cxnId="{D09E324A-6C2D-4D3F-8A05-9C65A414D42D}">
      <dgm:prSet/>
      <dgm:spPr/>
      <dgm:t>
        <a:bodyPr/>
        <a:lstStyle/>
        <a:p>
          <a:endParaRPr lang="en-US"/>
        </a:p>
      </dgm:t>
    </dgm:pt>
    <dgm:pt modelId="{ED924D75-836B-49EA-A7B2-B0A86FD85B6D}">
      <dgm:prSet/>
      <dgm:spPr/>
      <dgm:t>
        <a:bodyPr/>
        <a:lstStyle/>
        <a:p>
          <a:r>
            <a:rPr lang="en-US" b="0" i="0"/>
            <a:t>• This is the year when he graduated.</a:t>
          </a:r>
          <a:endParaRPr lang="en-US"/>
        </a:p>
      </dgm:t>
    </dgm:pt>
    <dgm:pt modelId="{3992D201-87AD-4A68-AFA3-EA27E804FBF2}" type="parTrans" cxnId="{029202CB-346B-445D-8668-ABF3978EB83B}">
      <dgm:prSet/>
      <dgm:spPr/>
      <dgm:t>
        <a:bodyPr/>
        <a:lstStyle/>
        <a:p>
          <a:endParaRPr lang="en-US"/>
        </a:p>
      </dgm:t>
    </dgm:pt>
    <dgm:pt modelId="{7C9E5F99-BC0B-4CCD-9584-A7DD0EEA5E00}" type="sibTrans" cxnId="{029202CB-346B-445D-8668-ABF3978EB83B}">
      <dgm:prSet/>
      <dgm:spPr/>
      <dgm:t>
        <a:bodyPr/>
        <a:lstStyle/>
        <a:p>
          <a:endParaRPr lang="en-US"/>
        </a:p>
      </dgm:t>
    </dgm:pt>
    <dgm:pt modelId="{9AAE15F0-CC7C-467B-A87F-BD7FA8D3B1BF}" type="pres">
      <dgm:prSet presAssocID="{7469A613-CA76-4730-814C-55994AA4C6D5}" presName="outerComposite" presStyleCnt="0">
        <dgm:presLayoutVars>
          <dgm:chMax val="5"/>
          <dgm:dir/>
          <dgm:resizeHandles val="exact"/>
        </dgm:presLayoutVars>
      </dgm:prSet>
      <dgm:spPr/>
    </dgm:pt>
    <dgm:pt modelId="{77EE93EA-DDCD-47ED-83DE-AC4C33F97061}" type="pres">
      <dgm:prSet presAssocID="{7469A613-CA76-4730-814C-55994AA4C6D5}" presName="dummyMaxCanvas" presStyleCnt="0">
        <dgm:presLayoutVars/>
      </dgm:prSet>
      <dgm:spPr/>
    </dgm:pt>
    <dgm:pt modelId="{35667FDE-7E38-4D7C-B992-ECD4355A56B6}" type="pres">
      <dgm:prSet presAssocID="{7469A613-CA76-4730-814C-55994AA4C6D5}" presName="FourNodes_1" presStyleLbl="node1" presStyleIdx="0" presStyleCnt="4">
        <dgm:presLayoutVars>
          <dgm:bulletEnabled val="1"/>
        </dgm:presLayoutVars>
      </dgm:prSet>
      <dgm:spPr/>
    </dgm:pt>
    <dgm:pt modelId="{B42383CD-A47A-42C1-9503-ADABFB3FCB22}" type="pres">
      <dgm:prSet presAssocID="{7469A613-CA76-4730-814C-55994AA4C6D5}" presName="FourNodes_2" presStyleLbl="node1" presStyleIdx="1" presStyleCnt="4">
        <dgm:presLayoutVars>
          <dgm:bulletEnabled val="1"/>
        </dgm:presLayoutVars>
      </dgm:prSet>
      <dgm:spPr/>
    </dgm:pt>
    <dgm:pt modelId="{625B9AAE-B028-4F2E-8FB3-B712E26C5074}" type="pres">
      <dgm:prSet presAssocID="{7469A613-CA76-4730-814C-55994AA4C6D5}" presName="FourNodes_3" presStyleLbl="node1" presStyleIdx="2" presStyleCnt="4">
        <dgm:presLayoutVars>
          <dgm:bulletEnabled val="1"/>
        </dgm:presLayoutVars>
      </dgm:prSet>
      <dgm:spPr/>
    </dgm:pt>
    <dgm:pt modelId="{012364CF-96F2-43B0-A5ED-EE733305A323}" type="pres">
      <dgm:prSet presAssocID="{7469A613-CA76-4730-814C-55994AA4C6D5}" presName="FourNodes_4" presStyleLbl="node1" presStyleIdx="3" presStyleCnt="4">
        <dgm:presLayoutVars>
          <dgm:bulletEnabled val="1"/>
        </dgm:presLayoutVars>
      </dgm:prSet>
      <dgm:spPr/>
    </dgm:pt>
    <dgm:pt modelId="{C8FEB92A-FDAB-42D9-B7FA-A9D481DEE583}" type="pres">
      <dgm:prSet presAssocID="{7469A613-CA76-4730-814C-55994AA4C6D5}" presName="FourConn_1-2" presStyleLbl="fgAccFollowNode1" presStyleIdx="0" presStyleCnt="3">
        <dgm:presLayoutVars>
          <dgm:bulletEnabled val="1"/>
        </dgm:presLayoutVars>
      </dgm:prSet>
      <dgm:spPr/>
    </dgm:pt>
    <dgm:pt modelId="{2A5AAD8F-5776-4C48-85ED-32025B909B31}" type="pres">
      <dgm:prSet presAssocID="{7469A613-CA76-4730-814C-55994AA4C6D5}" presName="FourConn_2-3" presStyleLbl="fgAccFollowNode1" presStyleIdx="1" presStyleCnt="3">
        <dgm:presLayoutVars>
          <dgm:bulletEnabled val="1"/>
        </dgm:presLayoutVars>
      </dgm:prSet>
      <dgm:spPr/>
    </dgm:pt>
    <dgm:pt modelId="{2ABD8E8B-EBAE-4741-B98C-DA3F3039B84B}" type="pres">
      <dgm:prSet presAssocID="{7469A613-CA76-4730-814C-55994AA4C6D5}" presName="FourConn_3-4" presStyleLbl="fgAccFollowNode1" presStyleIdx="2" presStyleCnt="3">
        <dgm:presLayoutVars>
          <dgm:bulletEnabled val="1"/>
        </dgm:presLayoutVars>
      </dgm:prSet>
      <dgm:spPr/>
    </dgm:pt>
    <dgm:pt modelId="{84DF36FE-0D2E-4DCD-B369-805DDBFF025F}" type="pres">
      <dgm:prSet presAssocID="{7469A613-CA76-4730-814C-55994AA4C6D5}" presName="FourNodes_1_text" presStyleLbl="node1" presStyleIdx="3" presStyleCnt="4">
        <dgm:presLayoutVars>
          <dgm:bulletEnabled val="1"/>
        </dgm:presLayoutVars>
      </dgm:prSet>
      <dgm:spPr/>
    </dgm:pt>
    <dgm:pt modelId="{74AB0777-0027-4516-8004-D6AA25239E75}" type="pres">
      <dgm:prSet presAssocID="{7469A613-CA76-4730-814C-55994AA4C6D5}" presName="FourNodes_2_text" presStyleLbl="node1" presStyleIdx="3" presStyleCnt="4">
        <dgm:presLayoutVars>
          <dgm:bulletEnabled val="1"/>
        </dgm:presLayoutVars>
      </dgm:prSet>
      <dgm:spPr/>
    </dgm:pt>
    <dgm:pt modelId="{DD7E6B18-91A7-4EC0-A509-C3152AD74E0E}" type="pres">
      <dgm:prSet presAssocID="{7469A613-CA76-4730-814C-55994AA4C6D5}" presName="FourNodes_3_text" presStyleLbl="node1" presStyleIdx="3" presStyleCnt="4">
        <dgm:presLayoutVars>
          <dgm:bulletEnabled val="1"/>
        </dgm:presLayoutVars>
      </dgm:prSet>
      <dgm:spPr/>
    </dgm:pt>
    <dgm:pt modelId="{1D62176E-5E39-4629-BC12-A5326D0B3586}" type="pres">
      <dgm:prSet presAssocID="{7469A613-CA76-4730-814C-55994AA4C6D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65E4C01-DE26-48D9-8B26-2BD0F4BD8F0A}" srcId="{7469A613-CA76-4730-814C-55994AA4C6D5}" destId="{6DB1DDE7-4A6F-43BF-94D4-3D76A376E0A4}" srcOrd="0" destOrd="0" parTransId="{18199F34-F701-4DF7-81E0-F377A3A1AC0F}" sibTransId="{0F38FB27-B73A-4643-BE9D-A46F2E07B4AB}"/>
    <dgm:cxn modelId="{2712203B-B1EF-4F63-A1B8-EBDDEE035E88}" type="presOf" srcId="{7469A613-CA76-4730-814C-55994AA4C6D5}" destId="{9AAE15F0-CC7C-467B-A87F-BD7FA8D3B1BF}" srcOrd="0" destOrd="0" presId="urn:microsoft.com/office/officeart/2005/8/layout/vProcess5"/>
    <dgm:cxn modelId="{CF87B73E-6AA1-40DE-AF1A-8784CBBDB691}" type="presOf" srcId="{ED924D75-836B-49EA-A7B2-B0A86FD85B6D}" destId="{1D62176E-5E39-4629-BC12-A5326D0B3586}" srcOrd="1" destOrd="0" presId="urn:microsoft.com/office/officeart/2005/8/layout/vProcess5"/>
    <dgm:cxn modelId="{49F36661-FDED-4077-BB76-48FA8EFD7882}" type="presOf" srcId="{6DB1DDE7-4A6F-43BF-94D4-3D76A376E0A4}" destId="{84DF36FE-0D2E-4DCD-B369-805DDBFF025F}" srcOrd="1" destOrd="0" presId="urn:microsoft.com/office/officeart/2005/8/layout/vProcess5"/>
    <dgm:cxn modelId="{609DB547-0CB9-4486-B60F-B86480970C74}" type="presOf" srcId="{ED924D75-836B-49EA-A7B2-B0A86FD85B6D}" destId="{012364CF-96F2-43B0-A5ED-EE733305A323}" srcOrd="0" destOrd="0" presId="urn:microsoft.com/office/officeart/2005/8/layout/vProcess5"/>
    <dgm:cxn modelId="{D09E324A-6C2D-4D3F-8A05-9C65A414D42D}" srcId="{7469A613-CA76-4730-814C-55994AA4C6D5}" destId="{E354A0D4-9473-48E3-96C5-05A927CF6D79}" srcOrd="2" destOrd="0" parTransId="{BA55540A-CBE8-4EA6-880F-7C18C1F62FB9}" sibTransId="{6813FD4A-9184-4613-B077-0AD296329F12}"/>
    <dgm:cxn modelId="{529CFB4C-0B3B-42D5-8991-CF50F3749E00}" srcId="{7469A613-CA76-4730-814C-55994AA4C6D5}" destId="{0B575AAC-C041-4FD8-9239-9A7DEC0A0A75}" srcOrd="1" destOrd="0" parTransId="{53B3A5AD-03FC-4D58-B39C-C73DAEB117D9}" sibTransId="{0729E73C-CF44-4DCD-9E3F-1F311E669F6F}"/>
    <dgm:cxn modelId="{5D172252-84C3-4C80-A5CD-17933E019600}" type="presOf" srcId="{0B575AAC-C041-4FD8-9239-9A7DEC0A0A75}" destId="{B42383CD-A47A-42C1-9503-ADABFB3FCB22}" srcOrd="0" destOrd="0" presId="urn:microsoft.com/office/officeart/2005/8/layout/vProcess5"/>
    <dgm:cxn modelId="{F1F0BE77-B943-48E4-A390-49350663B47B}" type="presOf" srcId="{6813FD4A-9184-4613-B077-0AD296329F12}" destId="{2ABD8E8B-EBAE-4741-B98C-DA3F3039B84B}" srcOrd="0" destOrd="0" presId="urn:microsoft.com/office/officeart/2005/8/layout/vProcess5"/>
    <dgm:cxn modelId="{3BDFAF78-4766-458B-B1AE-6A24E32DE54B}" type="presOf" srcId="{E354A0D4-9473-48E3-96C5-05A927CF6D79}" destId="{625B9AAE-B028-4F2E-8FB3-B712E26C5074}" srcOrd="0" destOrd="0" presId="urn:microsoft.com/office/officeart/2005/8/layout/vProcess5"/>
    <dgm:cxn modelId="{0605FA8D-4EB8-439D-8A2F-0641F12756F2}" type="presOf" srcId="{6DB1DDE7-4A6F-43BF-94D4-3D76A376E0A4}" destId="{35667FDE-7E38-4D7C-B992-ECD4355A56B6}" srcOrd="0" destOrd="0" presId="urn:microsoft.com/office/officeart/2005/8/layout/vProcess5"/>
    <dgm:cxn modelId="{1A5E3290-84E6-4970-9273-83E8BD5F9D06}" type="presOf" srcId="{0F38FB27-B73A-4643-BE9D-A46F2E07B4AB}" destId="{C8FEB92A-FDAB-42D9-B7FA-A9D481DEE583}" srcOrd="0" destOrd="0" presId="urn:microsoft.com/office/officeart/2005/8/layout/vProcess5"/>
    <dgm:cxn modelId="{4204FB96-3B14-442D-A3C2-C60773FEFDBF}" type="presOf" srcId="{E354A0D4-9473-48E3-96C5-05A927CF6D79}" destId="{DD7E6B18-91A7-4EC0-A509-C3152AD74E0E}" srcOrd="1" destOrd="0" presId="urn:microsoft.com/office/officeart/2005/8/layout/vProcess5"/>
    <dgm:cxn modelId="{B4EAE39F-C939-4687-AEAA-0BF1F4D48E18}" type="presOf" srcId="{0B575AAC-C041-4FD8-9239-9A7DEC0A0A75}" destId="{74AB0777-0027-4516-8004-D6AA25239E75}" srcOrd="1" destOrd="0" presId="urn:microsoft.com/office/officeart/2005/8/layout/vProcess5"/>
    <dgm:cxn modelId="{029202CB-346B-445D-8668-ABF3978EB83B}" srcId="{7469A613-CA76-4730-814C-55994AA4C6D5}" destId="{ED924D75-836B-49EA-A7B2-B0A86FD85B6D}" srcOrd="3" destOrd="0" parTransId="{3992D201-87AD-4A68-AFA3-EA27E804FBF2}" sibTransId="{7C9E5F99-BC0B-4CCD-9584-A7DD0EEA5E00}"/>
    <dgm:cxn modelId="{79FC33EB-7DC5-4EFE-9923-5202F1069E0A}" type="presOf" srcId="{0729E73C-CF44-4DCD-9E3F-1F311E669F6F}" destId="{2A5AAD8F-5776-4C48-85ED-32025B909B31}" srcOrd="0" destOrd="0" presId="urn:microsoft.com/office/officeart/2005/8/layout/vProcess5"/>
    <dgm:cxn modelId="{C829BED2-584F-46F1-A167-3154C51922C9}" type="presParOf" srcId="{9AAE15F0-CC7C-467B-A87F-BD7FA8D3B1BF}" destId="{77EE93EA-DDCD-47ED-83DE-AC4C33F97061}" srcOrd="0" destOrd="0" presId="urn:microsoft.com/office/officeart/2005/8/layout/vProcess5"/>
    <dgm:cxn modelId="{8B6AD44D-0588-4877-AFB8-BF86F7662CDB}" type="presParOf" srcId="{9AAE15F0-CC7C-467B-A87F-BD7FA8D3B1BF}" destId="{35667FDE-7E38-4D7C-B992-ECD4355A56B6}" srcOrd="1" destOrd="0" presId="urn:microsoft.com/office/officeart/2005/8/layout/vProcess5"/>
    <dgm:cxn modelId="{11107A8F-A78E-470F-AFBC-322BCA265A1C}" type="presParOf" srcId="{9AAE15F0-CC7C-467B-A87F-BD7FA8D3B1BF}" destId="{B42383CD-A47A-42C1-9503-ADABFB3FCB22}" srcOrd="2" destOrd="0" presId="urn:microsoft.com/office/officeart/2005/8/layout/vProcess5"/>
    <dgm:cxn modelId="{6E334BE4-5A72-4E73-9A9A-82BE4456BFD7}" type="presParOf" srcId="{9AAE15F0-CC7C-467B-A87F-BD7FA8D3B1BF}" destId="{625B9AAE-B028-4F2E-8FB3-B712E26C5074}" srcOrd="3" destOrd="0" presId="urn:microsoft.com/office/officeart/2005/8/layout/vProcess5"/>
    <dgm:cxn modelId="{7474A79E-2582-40BA-87B7-09DF16395AF6}" type="presParOf" srcId="{9AAE15F0-CC7C-467B-A87F-BD7FA8D3B1BF}" destId="{012364CF-96F2-43B0-A5ED-EE733305A323}" srcOrd="4" destOrd="0" presId="urn:microsoft.com/office/officeart/2005/8/layout/vProcess5"/>
    <dgm:cxn modelId="{2906A613-0729-4084-85E1-0946B759449C}" type="presParOf" srcId="{9AAE15F0-CC7C-467B-A87F-BD7FA8D3B1BF}" destId="{C8FEB92A-FDAB-42D9-B7FA-A9D481DEE583}" srcOrd="5" destOrd="0" presId="urn:microsoft.com/office/officeart/2005/8/layout/vProcess5"/>
    <dgm:cxn modelId="{8C0D736C-F1A8-4920-B241-C39FE0CB23D0}" type="presParOf" srcId="{9AAE15F0-CC7C-467B-A87F-BD7FA8D3B1BF}" destId="{2A5AAD8F-5776-4C48-85ED-32025B909B31}" srcOrd="6" destOrd="0" presId="urn:microsoft.com/office/officeart/2005/8/layout/vProcess5"/>
    <dgm:cxn modelId="{107A3FB4-A73A-48D1-BF6E-4FCF6FDB49EF}" type="presParOf" srcId="{9AAE15F0-CC7C-467B-A87F-BD7FA8D3B1BF}" destId="{2ABD8E8B-EBAE-4741-B98C-DA3F3039B84B}" srcOrd="7" destOrd="0" presId="urn:microsoft.com/office/officeart/2005/8/layout/vProcess5"/>
    <dgm:cxn modelId="{F8D85102-F665-4A71-9974-3522304C9C42}" type="presParOf" srcId="{9AAE15F0-CC7C-467B-A87F-BD7FA8D3B1BF}" destId="{84DF36FE-0D2E-4DCD-B369-805DDBFF025F}" srcOrd="8" destOrd="0" presId="urn:microsoft.com/office/officeart/2005/8/layout/vProcess5"/>
    <dgm:cxn modelId="{23AFE611-4078-4BC7-84DB-10B91AD693EC}" type="presParOf" srcId="{9AAE15F0-CC7C-467B-A87F-BD7FA8D3B1BF}" destId="{74AB0777-0027-4516-8004-D6AA25239E75}" srcOrd="9" destOrd="0" presId="urn:microsoft.com/office/officeart/2005/8/layout/vProcess5"/>
    <dgm:cxn modelId="{979C943F-DC78-477A-959E-74FBC034F4DA}" type="presParOf" srcId="{9AAE15F0-CC7C-467B-A87F-BD7FA8D3B1BF}" destId="{DD7E6B18-91A7-4EC0-A509-C3152AD74E0E}" srcOrd="10" destOrd="0" presId="urn:microsoft.com/office/officeart/2005/8/layout/vProcess5"/>
    <dgm:cxn modelId="{DF254540-919F-4426-81EF-150206F09428}" type="presParOf" srcId="{9AAE15F0-CC7C-467B-A87F-BD7FA8D3B1BF}" destId="{1D62176E-5E39-4629-BC12-A5326D0B358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0EA7F92-55DF-4E0C-BD19-50E93588B7A8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CD4BDCF-3D84-4F61-8AB6-7E035719FB18}">
      <dgm:prSet/>
      <dgm:spPr/>
      <dgm:t>
        <a:bodyPr/>
        <a:lstStyle/>
        <a:p>
          <a:r>
            <a:rPr lang="en-US" b="0" i="0"/>
            <a:t>Used for reason</a:t>
          </a:r>
          <a:endParaRPr lang="en-US"/>
        </a:p>
      </dgm:t>
    </dgm:pt>
    <dgm:pt modelId="{DE4AEF76-02B8-48E9-8B2B-2F3EDB405E2D}" type="parTrans" cxnId="{070C5A0E-DD35-4DA0-A770-EFFA5B52DB34}">
      <dgm:prSet/>
      <dgm:spPr/>
      <dgm:t>
        <a:bodyPr/>
        <a:lstStyle/>
        <a:p>
          <a:endParaRPr lang="en-US"/>
        </a:p>
      </dgm:t>
    </dgm:pt>
    <dgm:pt modelId="{89933D35-AE44-4150-AE4D-01DA61EAA897}" type="sibTrans" cxnId="{070C5A0E-DD35-4DA0-A770-EFFA5B52DB34}">
      <dgm:prSet/>
      <dgm:spPr/>
      <dgm:t>
        <a:bodyPr/>
        <a:lstStyle/>
        <a:p>
          <a:endParaRPr lang="en-US"/>
        </a:p>
      </dgm:t>
    </dgm:pt>
    <dgm:pt modelId="{4B9DBB45-6F13-447A-8232-6F742F982E00}">
      <dgm:prSet/>
      <dgm:spPr/>
      <dgm:t>
        <a:bodyPr/>
        <a:lstStyle/>
        <a:p>
          <a:r>
            <a:rPr lang="en-US" b="0" i="0"/>
            <a:t>Examples:</a:t>
          </a:r>
          <a:endParaRPr lang="en-US"/>
        </a:p>
      </dgm:t>
    </dgm:pt>
    <dgm:pt modelId="{9EF2CE43-2E20-4F7D-A9D6-0A5C9B76E4FC}" type="parTrans" cxnId="{EF0C6AA2-38EA-405D-BC03-309AA64E9C33}">
      <dgm:prSet/>
      <dgm:spPr/>
      <dgm:t>
        <a:bodyPr/>
        <a:lstStyle/>
        <a:p>
          <a:endParaRPr lang="en-US"/>
        </a:p>
      </dgm:t>
    </dgm:pt>
    <dgm:pt modelId="{38F71860-4496-47A6-893A-8586B57FEB1E}" type="sibTrans" cxnId="{EF0C6AA2-38EA-405D-BC03-309AA64E9C33}">
      <dgm:prSet/>
      <dgm:spPr/>
      <dgm:t>
        <a:bodyPr/>
        <a:lstStyle/>
        <a:p>
          <a:endParaRPr lang="en-US"/>
        </a:p>
      </dgm:t>
    </dgm:pt>
    <dgm:pt modelId="{CD93E30E-85B0-4D4C-BB43-6697D7B166A8}">
      <dgm:prSet/>
      <dgm:spPr/>
      <dgm:t>
        <a:bodyPr/>
        <a:lstStyle/>
        <a:p>
          <a:r>
            <a:rPr lang="en-US" b="0" i="0"/>
            <a:t>• This is the reason why he left.</a:t>
          </a:r>
          <a:endParaRPr lang="en-US"/>
        </a:p>
      </dgm:t>
    </dgm:pt>
    <dgm:pt modelId="{C95754BC-0E62-4B1B-B781-E04AAADAA48E}" type="parTrans" cxnId="{6648C18C-2474-435C-99F1-D3ACA185BF09}">
      <dgm:prSet/>
      <dgm:spPr/>
      <dgm:t>
        <a:bodyPr/>
        <a:lstStyle/>
        <a:p>
          <a:endParaRPr lang="en-US"/>
        </a:p>
      </dgm:t>
    </dgm:pt>
    <dgm:pt modelId="{5FCDD98A-8DB5-4E79-8C85-E8BC47D4B4F3}" type="sibTrans" cxnId="{6648C18C-2474-435C-99F1-D3ACA185BF09}">
      <dgm:prSet/>
      <dgm:spPr/>
      <dgm:t>
        <a:bodyPr/>
        <a:lstStyle/>
        <a:p>
          <a:endParaRPr lang="en-US"/>
        </a:p>
      </dgm:t>
    </dgm:pt>
    <dgm:pt modelId="{7068AAAC-565E-46C9-A38B-DB0B3E845BF4}">
      <dgm:prSet/>
      <dgm:spPr/>
      <dgm:t>
        <a:bodyPr/>
        <a:lstStyle/>
        <a:p>
          <a:r>
            <a:rPr lang="en-US" b="0" i="0"/>
            <a:t>• I don’t know the reason why she cried.</a:t>
          </a:r>
          <a:endParaRPr lang="en-US"/>
        </a:p>
      </dgm:t>
    </dgm:pt>
    <dgm:pt modelId="{093E8C2A-CA81-434B-8F0C-63165ECD1594}" type="parTrans" cxnId="{B9252015-C7D1-48F0-8938-81C460379338}">
      <dgm:prSet/>
      <dgm:spPr/>
      <dgm:t>
        <a:bodyPr/>
        <a:lstStyle/>
        <a:p>
          <a:endParaRPr lang="en-US"/>
        </a:p>
      </dgm:t>
    </dgm:pt>
    <dgm:pt modelId="{52A5DE9E-2565-4F5D-A528-8DA32BDB6DB9}" type="sibTrans" cxnId="{B9252015-C7D1-48F0-8938-81C460379338}">
      <dgm:prSet/>
      <dgm:spPr/>
      <dgm:t>
        <a:bodyPr/>
        <a:lstStyle/>
        <a:p>
          <a:endParaRPr lang="en-US"/>
        </a:p>
      </dgm:t>
    </dgm:pt>
    <dgm:pt modelId="{9B3DB3EC-6043-4A98-85E6-EAB6A291D954}" type="pres">
      <dgm:prSet presAssocID="{30EA7F92-55DF-4E0C-BD19-50E93588B7A8}" presName="outerComposite" presStyleCnt="0">
        <dgm:presLayoutVars>
          <dgm:chMax val="5"/>
          <dgm:dir/>
          <dgm:resizeHandles val="exact"/>
        </dgm:presLayoutVars>
      </dgm:prSet>
      <dgm:spPr/>
    </dgm:pt>
    <dgm:pt modelId="{5652272D-5F12-4033-82BC-00B213A06262}" type="pres">
      <dgm:prSet presAssocID="{30EA7F92-55DF-4E0C-BD19-50E93588B7A8}" presName="dummyMaxCanvas" presStyleCnt="0">
        <dgm:presLayoutVars/>
      </dgm:prSet>
      <dgm:spPr/>
    </dgm:pt>
    <dgm:pt modelId="{5FE33DC9-2994-481E-A7B6-604325703DCC}" type="pres">
      <dgm:prSet presAssocID="{30EA7F92-55DF-4E0C-BD19-50E93588B7A8}" presName="FourNodes_1" presStyleLbl="node1" presStyleIdx="0" presStyleCnt="4">
        <dgm:presLayoutVars>
          <dgm:bulletEnabled val="1"/>
        </dgm:presLayoutVars>
      </dgm:prSet>
      <dgm:spPr/>
    </dgm:pt>
    <dgm:pt modelId="{2CEB872D-8A4F-4DB6-B452-2F2718E0E2F5}" type="pres">
      <dgm:prSet presAssocID="{30EA7F92-55DF-4E0C-BD19-50E93588B7A8}" presName="FourNodes_2" presStyleLbl="node1" presStyleIdx="1" presStyleCnt="4">
        <dgm:presLayoutVars>
          <dgm:bulletEnabled val="1"/>
        </dgm:presLayoutVars>
      </dgm:prSet>
      <dgm:spPr/>
    </dgm:pt>
    <dgm:pt modelId="{73DD8F72-4F00-402A-BC32-9570E6F3C92D}" type="pres">
      <dgm:prSet presAssocID="{30EA7F92-55DF-4E0C-BD19-50E93588B7A8}" presName="FourNodes_3" presStyleLbl="node1" presStyleIdx="2" presStyleCnt="4">
        <dgm:presLayoutVars>
          <dgm:bulletEnabled val="1"/>
        </dgm:presLayoutVars>
      </dgm:prSet>
      <dgm:spPr/>
    </dgm:pt>
    <dgm:pt modelId="{BFAE55A7-40BC-476C-B1CE-FAE2AD82CAAB}" type="pres">
      <dgm:prSet presAssocID="{30EA7F92-55DF-4E0C-BD19-50E93588B7A8}" presName="FourNodes_4" presStyleLbl="node1" presStyleIdx="3" presStyleCnt="4">
        <dgm:presLayoutVars>
          <dgm:bulletEnabled val="1"/>
        </dgm:presLayoutVars>
      </dgm:prSet>
      <dgm:spPr/>
    </dgm:pt>
    <dgm:pt modelId="{B05C6B34-D39B-4382-82A2-9DE11A5CEAC5}" type="pres">
      <dgm:prSet presAssocID="{30EA7F92-55DF-4E0C-BD19-50E93588B7A8}" presName="FourConn_1-2" presStyleLbl="fgAccFollowNode1" presStyleIdx="0" presStyleCnt="3">
        <dgm:presLayoutVars>
          <dgm:bulletEnabled val="1"/>
        </dgm:presLayoutVars>
      </dgm:prSet>
      <dgm:spPr/>
    </dgm:pt>
    <dgm:pt modelId="{2573791B-B7F1-4165-9946-AD9588660C9E}" type="pres">
      <dgm:prSet presAssocID="{30EA7F92-55DF-4E0C-BD19-50E93588B7A8}" presName="FourConn_2-3" presStyleLbl="fgAccFollowNode1" presStyleIdx="1" presStyleCnt="3">
        <dgm:presLayoutVars>
          <dgm:bulletEnabled val="1"/>
        </dgm:presLayoutVars>
      </dgm:prSet>
      <dgm:spPr/>
    </dgm:pt>
    <dgm:pt modelId="{318332FE-C1CA-4FA3-9C11-08748B79B149}" type="pres">
      <dgm:prSet presAssocID="{30EA7F92-55DF-4E0C-BD19-50E93588B7A8}" presName="FourConn_3-4" presStyleLbl="fgAccFollowNode1" presStyleIdx="2" presStyleCnt="3">
        <dgm:presLayoutVars>
          <dgm:bulletEnabled val="1"/>
        </dgm:presLayoutVars>
      </dgm:prSet>
      <dgm:spPr/>
    </dgm:pt>
    <dgm:pt modelId="{B51793DF-CBFB-40EB-AAE3-382FCB9349B3}" type="pres">
      <dgm:prSet presAssocID="{30EA7F92-55DF-4E0C-BD19-50E93588B7A8}" presName="FourNodes_1_text" presStyleLbl="node1" presStyleIdx="3" presStyleCnt="4">
        <dgm:presLayoutVars>
          <dgm:bulletEnabled val="1"/>
        </dgm:presLayoutVars>
      </dgm:prSet>
      <dgm:spPr/>
    </dgm:pt>
    <dgm:pt modelId="{9DCDB38B-99FF-4256-8D35-A6020842F539}" type="pres">
      <dgm:prSet presAssocID="{30EA7F92-55DF-4E0C-BD19-50E93588B7A8}" presName="FourNodes_2_text" presStyleLbl="node1" presStyleIdx="3" presStyleCnt="4">
        <dgm:presLayoutVars>
          <dgm:bulletEnabled val="1"/>
        </dgm:presLayoutVars>
      </dgm:prSet>
      <dgm:spPr/>
    </dgm:pt>
    <dgm:pt modelId="{DBC971B9-078D-4A9F-938F-BB3C740A1299}" type="pres">
      <dgm:prSet presAssocID="{30EA7F92-55DF-4E0C-BD19-50E93588B7A8}" presName="FourNodes_3_text" presStyleLbl="node1" presStyleIdx="3" presStyleCnt="4">
        <dgm:presLayoutVars>
          <dgm:bulletEnabled val="1"/>
        </dgm:presLayoutVars>
      </dgm:prSet>
      <dgm:spPr/>
    </dgm:pt>
    <dgm:pt modelId="{81EF42AA-1546-410F-A95B-5A5557479A44}" type="pres">
      <dgm:prSet presAssocID="{30EA7F92-55DF-4E0C-BD19-50E93588B7A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70C5A0E-DD35-4DA0-A770-EFFA5B52DB34}" srcId="{30EA7F92-55DF-4E0C-BD19-50E93588B7A8}" destId="{1CD4BDCF-3D84-4F61-8AB6-7E035719FB18}" srcOrd="0" destOrd="0" parTransId="{DE4AEF76-02B8-48E9-8B2B-2F3EDB405E2D}" sibTransId="{89933D35-AE44-4150-AE4D-01DA61EAA897}"/>
    <dgm:cxn modelId="{B9252015-C7D1-48F0-8938-81C460379338}" srcId="{30EA7F92-55DF-4E0C-BD19-50E93588B7A8}" destId="{7068AAAC-565E-46C9-A38B-DB0B3E845BF4}" srcOrd="3" destOrd="0" parTransId="{093E8C2A-CA81-434B-8F0C-63165ECD1594}" sibTransId="{52A5DE9E-2565-4F5D-A528-8DA32BDB6DB9}"/>
    <dgm:cxn modelId="{12E91C1E-768A-4845-8E8D-6C2471C1ACD2}" type="presOf" srcId="{4B9DBB45-6F13-447A-8232-6F742F982E00}" destId="{9DCDB38B-99FF-4256-8D35-A6020842F539}" srcOrd="1" destOrd="0" presId="urn:microsoft.com/office/officeart/2005/8/layout/vProcess5"/>
    <dgm:cxn modelId="{EE470D23-1EC4-404E-81FB-611A88F36A50}" type="presOf" srcId="{5FCDD98A-8DB5-4E79-8C85-E8BC47D4B4F3}" destId="{318332FE-C1CA-4FA3-9C11-08748B79B149}" srcOrd="0" destOrd="0" presId="urn:microsoft.com/office/officeart/2005/8/layout/vProcess5"/>
    <dgm:cxn modelId="{EFD0683C-353E-464A-96CF-F6CDB64BDD78}" type="presOf" srcId="{4B9DBB45-6F13-447A-8232-6F742F982E00}" destId="{2CEB872D-8A4F-4DB6-B452-2F2718E0E2F5}" srcOrd="0" destOrd="0" presId="urn:microsoft.com/office/officeart/2005/8/layout/vProcess5"/>
    <dgm:cxn modelId="{1FC5B23E-4EB0-4FED-9AEB-BD2DF74B4D3F}" type="presOf" srcId="{1CD4BDCF-3D84-4F61-8AB6-7E035719FB18}" destId="{B51793DF-CBFB-40EB-AAE3-382FCB9349B3}" srcOrd="1" destOrd="0" presId="urn:microsoft.com/office/officeart/2005/8/layout/vProcess5"/>
    <dgm:cxn modelId="{E25DE449-18C2-4693-BD20-447D1FF886E0}" type="presOf" srcId="{1CD4BDCF-3D84-4F61-8AB6-7E035719FB18}" destId="{5FE33DC9-2994-481E-A7B6-604325703DCC}" srcOrd="0" destOrd="0" presId="urn:microsoft.com/office/officeart/2005/8/layout/vProcess5"/>
    <dgm:cxn modelId="{26B7367E-60C6-4820-AD44-40A16C4DC016}" type="presOf" srcId="{CD93E30E-85B0-4D4C-BB43-6697D7B166A8}" destId="{73DD8F72-4F00-402A-BC32-9570E6F3C92D}" srcOrd="0" destOrd="0" presId="urn:microsoft.com/office/officeart/2005/8/layout/vProcess5"/>
    <dgm:cxn modelId="{6648C18C-2474-435C-99F1-D3ACA185BF09}" srcId="{30EA7F92-55DF-4E0C-BD19-50E93588B7A8}" destId="{CD93E30E-85B0-4D4C-BB43-6697D7B166A8}" srcOrd="2" destOrd="0" parTransId="{C95754BC-0E62-4B1B-B781-E04AAADAA48E}" sibTransId="{5FCDD98A-8DB5-4E79-8C85-E8BC47D4B4F3}"/>
    <dgm:cxn modelId="{C599279A-DB97-4C81-80F3-ABEF7547ADD7}" type="presOf" srcId="{CD93E30E-85B0-4D4C-BB43-6697D7B166A8}" destId="{DBC971B9-078D-4A9F-938F-BB3C740A1299}" srcOrd="1" destOrd="0" presId="urn:microsoft.com/office/officeart/2005/8/layout/vProcess5"/>
    <dgm:cxn modelId="{9F4C479B-731C-4998-B41E-0CABB25E472B}" type="presOf" srcId="{89933D35-AE44-4150-AE4D-01DA61EAA897}" destId="{B05C6B34-D39B-4382-82A2-9DE11A5CEAC5}" srcOrd="0" destOrd="0" presId="urn:microsoft.com/office/officeart/2005/8/layout/vProcess5"/>
    <dgm:cxn modelId="{7D6C829E-3DBF-4703-B1E1-59FE141F488F}" type="presOf" srcId="{30EA7F92-55DF-4E0C-BD19-50E93588B7A8}" destId="{9B3DB3EC-6043-4A98-85E6-EAB6A291D954}" srcOrd="0" destOrd="0" presId="urn:microsoft.com/office/officeart/2005/8/layout/vProcess5"/>
    <dgm:cxn modelId="{EF0C6AA2-38EA-405D-BC03-309AA64E9C33}" srcId="{30EA7F92-55DF-4E0C-BD19-50E93588B7A8}" destId="{4B9DBB45-6F13-447A-8232-6F742F982E00}" srcOrd="1" destOrd="0" parTransId="{9EF2CE43-2E20-4F7D-A9D6-0A5C9B76E4FC}" sibTransId="{38F71860-4496-47A6-893A-8586B57FEB1E}"/>
    <dgm:cxn modelId="{3A8687BA-065E-42E2-B273-C97BB8E482B2}" type="presOf" srcId="{38F71860-4496-47A6-893A-8586B57FEB1E}" destId="{2573791B-B7F1-4165-9946-AD9588660C9E}" srcOrd="0" destOrd="0" presId="urn:microsoft.com/office/officeart/2005/8/layout/vProcess5"/>
    <dgm:cxn modelId="{8608A1BA-769F-4ED9-8F77-BBE6E868458D}" type="presOf" srcId="{7068AAAC-565E-46C9-A38B-DB0B3E845BF4}" destId="{81EF42AA-1546-410F-A95B-5A5557479A44}" srcOrd="1" destOrd="0" presId="urn:microsoft.com/office/officeart/2005/8/layout/vProcess5"/>
    <dgm:cxn modelId="{E2D3F1FB-F24E-4E71-AC9B-70BF40420CC5}" type="presOf" srcId="{7068AAAC-565E-46C9-A38B-DB0B3E845BF4}" destId="{BFAE55A7-40BC-476C-B1CE-FAE2AD82CAAB}" srcOrd="0" destOrd="0" presId="urn:microsoft.com/office/officeart/2005/8/layout/vProcess5"/>
    <dgm:cxn modelId="{3EEACBF8-AA53-4914-9E3D-A83D6BA5743D}" type="presParOf" srcId="{9B3DB3EC-6043-4A98-85E6-EAB6A291D954}" destId="{5652272D-5F12-4033-82BC-00B213A06262}" srcOrd="0" destOrd="0" presId="urn:microsoft.com/office/officeart/2005/8/layout/vProcess5"/>
    <dgm:cxn modelId="{C0499874-C354-4837-9899-10BA59ACB6D4}" type="presParOf" srcId="{9B3DB3EC-6043-4A98-85E6-EAB6A291D954}" destId="{5FE33DC9-2994-481E-A7B6-604325703DCC}" srcOrd="1" destOrd="0" presId="urn:microsoft.com/office/officeart/2005/8/layout/vProcess5"/>
    <dgm:cxn modelId="{48269A37-2FD0-42C7-8660-48F8075A7456}" type="presParOf" srcId="{9B3DB3EC-6043-4A98-85E6-EAB6A291D954}" destId="{2CEB872D-8A4F-4DB6-B452-2F2718E0E2F5}" srcOrd="2" destOrd="0" presId="urn:microsoft.com/office/officeart/2005/8/layout/vProcess5"/>
    <dgm:cxn modelId="{0E0FD39E-D7BD-41DC-B75B-C58457F4174B}" type="presParOf" srcId="{9B3DB3EC-6043-4A98-85E6-EAB6A291D954}" destId="{73DD8F72-4F00-402A-BC32-9570E6F3C92D}" srcOrd="3" destOrd="0" presId="urn:microsoft.com/office/officeart/2005/8/layout/vProcess5"/>
    <dgm:cxn modelId="{42903143-DFF7-4ADA-944F-B96E464D341C}" type="presParOf" srcId="{9B3DB3EC-6043-4A98-85E6-EAB6A291D954}" destId="{BFAE55A7-40BC-476C-B1CE-FAE2AD82CAAB}" srcOrd="4" destOrd="0" presId="urn:microsoft.com/office/officeart/2005/8/layout/vProcess5"/>
    <dgm:cxn modelId="{FADF8B10-AF3E-4EDC-A849-79B5CBD272C2}" type="presParOf" srcId="{9B3DB3EC-6043-4A98-85E6-EAB6A291D954}" destId="{B05C6B34-D39B-4382-82A2-9DE11A5CEAC5}" srcOrd="5" destOrd="0" presId="urn:microsoft.com/office/officeart/2005/8/layout/vProcess5"/>
    <dgm:cxn modelId="{020A41C5-F929-4C65-95B2-06B20769F08F}" type="presParOf" srcId="{9B3DB3EC-6043-4A98-85E6-EAB6A291D954}" destId="{2573791B-B7F1-4165-9946-AD9588660C9E}" srcOrd="6" destOrd="0" presId="urn:microsoft.com/office/officeart/2005/8/layout/vProcess5"/>
    <dgm:cxn modelId="{F1122922-45C3-4272-944B-DFDDE2371C3D}" type="presParOf" srcId="{9B3DB3EC-6043-4A98-85E6-EAB6A291D954}" destId="{318332FE-C1CA-4FA3-9C11-08748B79B149}" srcOrd="7" destOrd="0" presId="urn:microsoft.com/office/officeart/2005/8/layout/vProcess5"/>
    <dgm:cxn modelId="{1674A97C-C168-4D13-971B-E9A6BEF00965}" type="presParOf" srcId="{9B3DB3EC-6043-4A98-85E6-EAB6A291D954}" destId="{B51793DF-CBFB-40EB-AAE3-382FCB9349B3}" srcOrd="8" destOrd="0" presId="urn:microsoft.com/office/officeart/2005/8/layout/vProcess5"/>
    <dgm:cxn modelId="{C29835D1-FA03-410D-A25E-832E5351472D}" type="presParOf" srcId="{9B3DB3EC-6043-4A98-85E6-EAB6A291D954}" destId="{9DCDB38B-99FF-4256-8D35-A6020842F539}" srcOrd="9" destOrd="0" presId="urn:microsoft.com/office/officeart/2005/8/layout/vProcess5"/>
    <dgm:cxn modelId="{79B0E1E8-A07A-4EC3-B336-E289C9A91258}" type="presParOf" srcId="{9B3DB3EC-6043-4A98-85E6-EAB6A291D954}" destId="{DBC971B9-078D-4A9F-938F-BB3C740A1299}" srcOrd="10" destOrd="0" presId="urn:microsoft.com/office/officeart/2005/8/layout/vProcess5"/>
    <dgm:cxn modelId="{34DB573F-DCEC-48CB-9D97-4C2D3FBE92DF}" type="presParOf" srcId="{9B3DB3EC-6043-4A98-85E6-EAB6A291D954}" destId="{81EF42AA-1546-410F-A95B-5A5557479A4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7D65890-19E8-4820-900E-2711E2BA82B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3DFE85E-8C24-42F6-B1C1-2939B6367186}">
      <dgm:prSet/>
      <dgm:spPr/>
      <dgm:t>
        <a:bodyPr/>
        <a:lstStyle/>
        <a:p>
          <a:r>
            <a:rPr lang="en-US" b="0" i="0"/>
            <a:t>Relative pronouns usually come after the noun they describe</a:t>
          </a:r>
          <a:endParaRPr lang="en-US"/>
        </a:p>
      </dgm:t>
    </dgm:pt>
    <dgm:pt modelId="{9F594937-5DC0-481C-99F2-B6F245AC7535}" type="parTrans" cxnId="{BCE4B269-D0A1-4047-90EA-9055B46697F7}">
      <dgm:prSet/>
      <dgm:spPr/>
      <dgm:t>
        <a:bodyPr/>
        <a:lstStyle/>
        <a:p>
          <a:endParaRPr lang="en-US"/>
        </a:p>
      </dgm:t>
    </dgm:pt>
    <dgm:pt modelId="{A1FB454F-18AE-4678-947F-91A6F2D58C1A}" type="sibTrans" cxnId="{BCE4B269-D0A1-4047-90EA-9055B46697F7}">
      <dgm:prSet/>
      <dgm:spPr/>
      <dgm:t>
        <a:bodyPr/>
        <a:lstStyle/>
        <a:p>
          <a:endParaRPr lang="en-US"/>
        </a:p>
      </dgm:t>
    </dgm:pt>
    <dgm:pt modelId="{93ECF4DA-4C4F-4328-8BFA-5AF0426114B2}">
      <dgm:prSet/>
      <dgm:spPr/>
      <dgm:t>
        <a:bodyPr/>
        <a:lstStyle/>
        <a:p>
          <a:r>
            <a:rPr lang="en-US" b="0" i="0"/>
            <a:t>Example: The student who answered is clever.</a:t>
          </a:r>
          <a:endParaRPr lang="en-US"/>
        </a:p>
      </dgm:t>
    </dgm:pt>
    <dgm:pt modelId="{70F2DBF4-D809-47D3-A41C-DD64119B7299}" type="parTrans" cxnId="{D906CE12-19FC-4938-A08A-26E33D0E92C0}">
      <dgm:prSet/>
      <dgm:spPr/>
      <dgm:t>
        <a:bodyPr/>
        <a:lstStyle/>
        <a:p>
          <a:endParaRPr lang="en-US"/>
        </a:p>
      </dgm:t>
    </dgm:pt>
    <dgm:pt modelId="{039D7C91-544B-48CC-A305-04ACFD1A7C1D}" type="sibTrans" cxnId="{D906CE12-19FC-4938-A08A-26E33D0E92C0}">
      <dgm:prSet/>
      <dgm:spPr/>
      <dgm:t>
        <a:bodyPr/>
        <a:lstStyle/>
        <a:p>
          <a:endParaRPr lang="en-US"/>
        </a:p>
      </dgm:t>
    </dgm:pt>
    <dgm:pt modelId="{9FCA7A05-A3DD-467F-AC95-6013FB7DC7E9}" type="pres">
      <dgm:prSet presAssocID="{37D65890-19E8-4820-900E-2711E2BA82B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EE02C4B-E402-49AB-B406-19E426817AEB}" type="pres">
      <dgm:prSet presAssocID="{43DFE85E-8C24-42F6-B1C1-2939B6367186}" presName="hierRoot1" presStyleCnt="0"/>
      <dgm:spPr/>
    </dgm:pt>
    <dgm:pt modelId="{5D93CC97-EBC4-4E05-BFCE-7256F57445AC}" type="pres">
      <dgm:prSet presAssocID="{43DFE85E-8C24-42F6-B1C1-2939B6367186}" presName="composite" presStyleCnt="0"/>
      <dgm:spPr/>
    </dgm:pt>
    <dgm:pt modelId="{BE262464-1898-4B69-A029-109A0C47585E}" type="pres">
      <dgm:prSet presAssocID="{43DFE85E-8C24-42F6-B1C1-2939B6367186}" presName="background" presStyleLbl="node0" presStyleIdx="0" presStyleCnt="2"/>
      <dgm:spPr/>
    </dgm:pt>
    <dgm:pt modelId="{CF00A42F-B875-454D-A1EF-8536F81BA2F5}" type="pres">
      <dgm:prSet presAssocID="{43DFE85E-8C24-42F6-B1C1-2939B6367186}" presName="text" presStyleLbl="fgAcc0" presStyleIdx="0" presStyleCnt="2">
        <dgm:presLayoutVars>
          <dgm:chPref val="3"/>
        </dgm:presLayoutVars>
      </dgm:prSet>
      <dgm:spPr/>
    </dgm:pt>
    <dgm:pt modelId="{64BA8A82-B051-4E7E-A474-C9DF88311A17}" type="pres">
      <dgm:prSet presAssocID="{43DFE85E-8C24-42F6-B1C1-2939B6367186}" presName="hierChild2" presStyleCnt="0"/>
      <dgm:spPr/>
    </dgm:pt>
    <dgm:pt modelId="{6969BEEE-6E50-4791-921B-DA5AF1833D18}" type="pres">
      <dgm:prSet presAssocID="{93ECF4DA-4C4F-4328-8BFA-5AF0426114B2}" presName="hierRoot1" presStyleCnt="0"/>
      <dgm:spPr/>
    </dgm:pt>
    <dgm:pt modelId="{155043A3-DD7B-46D1-BF82-531177EACC62}" type="pres">
      <dgm:prSet presAssocID="{93ECF4DA-4C4F-4328-8BFA-5AF0426114B2}" presName="composite" presStyleCnt="0"/>
      <dgm:spPr/>
    </dgm:pt>
    <dgm:pt modelId="{D2B3034B-1389-43C5-A307-EBE5C6FCCA87}" type="pres">
      <dgm:prSet presAssocID="{93ECF4DA-4C4F-4328-8BFA-5AF0426114B2}" presName="background" presStyleLbl="node0" presStyleIdx="1" presStyleCnt="2"/>
      <dgm:spPr/>
    </dgm:pt>
    <dgm:pt modelId="{F4DC4B62-B323-4224-A2A3-F8EB9157C679}" type="pres">
      <dgm:prSet presAssocID="{93ECF4DA-4C4F-4328-8BFA-5AF0426114B2}" presName="text" presStyleLbl="fgAcc0" presStyleIdx="1" presStyleCnt="2">
        <dgm:presLayoutVars>
          <dgm:chPref val="3"/>
        </dgm:presLayoutVars>
      </dgm:prSet>
      <dgm:spPr/>
    </dgm:pt>
    <dgm:pt modelId="{1354A195-D759-4A8C-AE96-45AAF448E667}" type="pres">
      <dgm:prSet presAssocID="{93ECF4DA-4C4F-4328-8BFA-5AF0426114B2}" presName="hierChild2" presStyleCnt="0"/>
      <dgm:spPr/>
    </dgm:pt>
  </dgm:ptLst>
  <dgm:cxnLst>
    <dgm:cxn modelId="{D906CE12-19FC-4938-A08A-26E33D0E92C0}" srcId="{37D65890-19E8-4820-900E-2711E2BA82B9}" destId="{93ECF4DA-4C4F-4328-8BFA-5AF0426114B2}" srcOrd="1" destOrd="0" parTransId="{70F2DBF4-D809-47D3-A41C-DD64119B7299}" sibTransId="{039D7C91-544B-48CC-A305-04ACFD1A7C1D}"/>
    <dgm:cxn modelId="{BE7BE02C-271F-4A07-A5E2-23CEFCBF8796}" type="presOf" srcId="{93ECF4DA-4C4F-4328-8BFA-5AF0426114B2}" destId="{F4DC4B62-B323-4224-A2A3-F8EB9157C679}" srcOrd="0" destOrd="0" presId="urn:microsoft.com/office/officeart/2005/8/layout/hierarchy1"/>
    <dgm:cxn modelId="{BCE4B269-D0A1-4047-90EA-9055B46697F7}" srcId="{37D65890-19E8-4820-900E-2711E2BA82B9}" destId="{43DFE85E-8C24-42F6-B1C1-2939B6367186}" srcOrd="0" destOrd="0" parTransId="{9F594937-5DC0-481C-99F2-B6F245AC7535}" sibTransId="{A1FB454F-18AE-4678-947F-91A6F2D58C1A}"/>
    <dgm:cxn modelId="{3D3B1176-D1C1-40DF-9730-44FDBB8E8ED7}" type="presOf" srcId="{37D65890-19E8-4820-900E-2711E2BA82B9}" destId="{9FCA7A05-A3DD-467F-AC95-6013FB7DC7E9}" srcOrd="0" destOrd="0" presId="urn:microsoft.com/office/officeart/2005/8/layout/hierarchy1"/>
    <dgm:cxn modelId="{009160CF-AB4F-4FBF-9E96-E800BFA68232}" type="presOf" srcId="{43DFE85E-8C24-42F6-B1C1-2939B6367186}" destId="{CF00A42F-B875-454D-A1EF-8536F81BA2F5}" srcOrd="0" destOrd="0" presId="urn:microsoft.com/office/officeart/2005/8/layout/hierarchy1"/>
    <dgm:cxn modelId="{C56AB011-FD64-4C42-9B45-D809AA46649A}" type="presParOf" srcId="{9FCA7A05-A3DD-467F-AC95-6013FB7DC7E9}" destId="{4EE02C4B-E402-49AB-B406-19E426817AEB}" srcOrd="0" destOrd="0" presId="urn:microsoft.com/office/officeart/2005/8/layout/hierarchy1"/>
    <dgm:cxn modelId="{36A99992-2A7A-4D78-8CB1-D0596E549FF3}" type="presParOf" srcId="{4EE02C4B-E402-49AB-B406-19E426817AEB}" destId="{5D93CC97-EBC4-4E05-BFCE-7256F57445AC}" srcOrd="0" destOrd="0" presId="urn:microsoft.com/office/officeart/2005/8/layout/hierarchy1"/>
    <dgm:cxn modelId="{D0D6C7CA-E663-4F71-AA83-52C1FA466EAC}" type="presParOf" srcId="{5D93CC97-EBC4-4E05-BFCE-7256F57445AC}" destId="{BE262464-1898-4B69-A029-109A0C47585E}" srcOrd="0" destOrd="0" presId="urn:microsoft.com/office/officeart/2005/8/layout/hierarchy1"/>
    <dgm:cxn modelId="{9B24BD54-F1FF-4796-BF19-C2B8F0AB7CBF}" type="presParOf" srcId="{5D93CC97-EBC4-4E05-BFCE-7256F57445AC}" destId="{CF00A42F-B875-454D-A1EF-8536F81BA2F5}" srcOrd="1" destOrd="0" presId="urn:microsoft.com/office/officeart/2005/8/layout/hierarchy1"/>
    <dgm:cxn modelId="{6EC2BAE8-52B7-4F93-9C57-2E748BA62132}" type="presParOf" srcId="{4EE02C4B-E402-49AB-B406-19E426817AEB}" destId="{64BA8A82-B051-4E7E-A474-C9DF88311A17}" srcOrd="1" destOrd="0" presId="urn:microsoft.com/office/officeart/2005/8/layout/hierarchy1"/>
    <dgm:cxn modelId="{50FF6115-B745-4C59-98B1-373FE811C0E8}" type="presParOf" srcId="{9FCA7A05-A3DD-467F-AC95-6013FB7DC7E9}" destId="{6969BEEE-6E50-4791-921B-DA5AF1833D18}" srcOrd="1" destOrd="0" presId="urn:microsoft.com/office/officeart/2005/8/layout/hierarchy1"/>
    <dgm:cxn modelId="{DADFBB34-5849-4213-A31B-3855E2B47519}" type="presParOf" srcId="{6969BEEE-6E50-4791-921B-DA5AF1833D18}" destId="{155043A3-DD7B-46D1-BF82-531177EACC62}" srcOrd="0" destOrd="0" presId="urn:microsoft.com/office/officeart/2005/8/layout/hierarchy1"/>
    <dgm:cxn modelId="{B467C68E-7C64-4B45-9B95-437B877A5B9B}" type="presParOf" srcId="{155043A3-DD7B-46D1-BF82-531177EACC62}" destId="{D2B3034B-1389-43C5-A307-EBE5C6FCCA87}" srcOrd="0" destOrd="0" presId="urn:microsoft.com/office/officeart/2005/8/layout/hierarchy1"/>
    <dgm:cxn modelId="{1B9F6E0A-B325-46CB-878F-BAAA0C514433}" type="presParOf" srcId="{155043A3-DD7B-46D1-BF82-531177EACC62}" destId="{F4DC4B62-B323-4224-A2A3-F8EB9157C679}" srcOrd="1" destOrd="0" presId="urn:microsoft.com/office/officeart/2005/8/layout/hierarchy1"/>
    <dgm:cxn modelId="{B77E5344-353D-480C-A66D-DC04B4C6620A}" type="presParOf" srcId="{6969BEEE-6E50-4791-921B-DA5AF1833D18}" destId="{1354A195-D759-4A8C-AE96-45AAF448E66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7C530E9-9804-4FAD-8290-41F5AAD6BCD2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8F3FC22-660E-43DD-8F8B-88BA4C27EBF8}">
      <dgm:prSet/>
      <dgm:spPr/>
      <dgm:t>
        <a:bodyPr/>
        <a:lstStyle/>
        <a:p>
          <a:r>
            <a:rPr lang="en-US" b="0" i="0"/>
            <a:t>❌ The man which helped me</a:t>
          </a:r>
          <a:endParaRPr lang="en-US"/>
        </a:p>
      </dgm:t>
    </dgm:pt>
    <dgm:pt modelId="{534C9B5C-3226-4EB9-8B87-A3B7075CA3D2}" type="parTrans" cxnId="{D202906A-4966-478F-A534-D5C53CF98A64}">
      <dgm:prSet/>
      <dgm:spPr/>
      <dgm:t>
        <a:bodyPr/>
        <a:lstStyle/>
        <a:p>
          <a:endParaRPr lang="en-US"/>
        </a:p>
      </dgm:t>
    </dgm:pt>
    <dgm:pt modelId="{CA50286D-2E38-44A4-AD2F-CDDCB43EF148}" type="sibTrans" cxnId="{D202906A-4966-478F-A534-D5C53CF98A64}">
      <dgm:prSet/>
      <dgm:spPr/>
      <dgm:t>
        <a:bodyPr/>
        <a:lstStyle/>
        <a:p>
          <a:endParaRPr lang="en-US"/>
        </a:p>
      </dgm:t>
    </dgm:pt>
    <dgm:pt modelId="{E7CEEEFF-1FBF-4F6E-AFD0-FAC8ECBE3FA8}">
      <dgm:prSet/>
      <dgm:spPr/>
      <dgm:t>
        <a:bodyPr/>
        <a:lstStyle/>
        <a:p>
          <a:r>
            <a:rPr lang="en-US" b="0" i="0"/>
            <a:t>✅ The man who helped me</a:t>
          </a:r>
          <a:endParaRPr lang="en-US"/>
        </a:p>
      </dgm:t>
    </dgm:pt>
    <dgm:pt modelId="{6090AA95-4E29-4E19-BD56-670574D268AC}" type="parTrans" cxnId="{3DE777D6-BFB5-4265-88E7-265C9DDC1F76}">
      <dgm:prSet/>
      <dgm:spPr/>
      <dgm:t>
        <a:bodyPr/>
        <a:lstStyle/>
        <a:p>
          <a:endParaRPr lang="en-US"/>
        </a:p>
      </dgm:t>
    </dgm:pt>
    <dgm:pt modelId="{427F05B7-AD16-4B45-B4EF-9319D1378253}" type="sibTrans" cxnId="{3DE777D6-BFB5-4265-88E7-265C9DDC1F76}">
      <dgm:prSet/>
      <dgm:spPr/>
      <dgm:t>
        <a:bodyPr/>
        <a:lstStyle/>
        <a:p>
          <a:endParaRPr lang="en-US"/>
        </a:p>
      </dgm:t>
    </dgm:pt>
    <dgm:pt modelId="{C171AE7B-1C50-44D8-9CAA-B917506F87D9}">
      <dgm:prSet/>
      <dgm:spPr/>
      <dgm:t>
        <a:bodyPr/>
        <a:lstStyle/>
        <a:p>
          <a:r>
            <a:rPr lang="en-US" b="0" i="0"/>
            <a:t>❌ The girl who I met</a:t>
          </a:r>
          <a:endParaRPr lang="en-US"/>
        </a:p>
      </dgm:t>
    </dgm:pt>
    <dgm:pt modelId="{3B9AC88E-05CB-46DF-85E3-B7FF527DB114}" type="parTrans" cxnId="{5F19BF87-76D7-4126-8EDD-7BDA2D167E6C}">
      <dgm:prSet/>
      <dgm:spPr/>
      <dgm:t>
        <a:bodyPr/>
        <a:lstStyle/>
        <a:p>
          <a:endParaRPr lang="en-US"/>
        </a:p>
      </dgm:t>
    </dgm:pt>
    <dgm:pt modelId="{3E41265D-8F51-4590-9C36-1FB8446F871E}" type="sibTrans" cxnId="{5F19BF87-76D7-4126-8EDD-7BDA2D167E6C}">
      <dgm:prSet/>
      <dgm:spPr/>
      <dgm:t>
        <a:bodyPr/>
        <a:lstStyle/>
        <a:p>
          <a:endParaRPr lang="en-US"/>
        </a:p>
      </dgm:t>
    </dgm:pt>
    <dgm:pt modelId="{76F303AA-4129-4162-85DD-33C9D206ECED}">
      <dgm:prSet/>
      <dgm:spPr/>
      <dgm:t>
        <a:bodyPr/>
        <a:lstStyle/>
        <a:p>
          <a:r>
            <a:rPr lang="en-US" b="0" i="0"/>
            <a:t>✅ The girl whom I met</a:t>
          </a:r>
          <a:endParaRPr lang="en-US"/>
        </a:p>
      </dgm:t>
    </dgm:pt>
    <dgm:pt modelId="{D759B6E2-36AC-4EF7-8EF1-ED18F4C020BE}" type="parTrans" cxnId="{0FBDA6FB-970F-41A7-A62E-7DF83AED3EBA}">
      <dgm:prSet/>
      <dgm:spPr/>
      <dgm:t>
        <a:bodyPr/>
        <a:lstStyle/>
        <a:p>
          <a:endParaRPr lang="en-US"/>
        </a:p>
      </dgm:t>
    </dgm:pt>
    <dgm:pt modelId="{E99AFF1B-3A06-480D-B168-F94D6FB35586}" type="sibTrans" cxnId="{0FBDA6FB-970F-41A7-A62E-7DF83AED3EBA}">
      <dgm:prSet/>
      <dgm:spPr/>
      <dgm:t>
        <a:bodyPr/>
        <a:lstStyle/>
        <a:p>
          <a:endParaRPr lang="en-US"/>
        </a:p>
      </dgm:t>
    </dgm:pt>
    <dgm:pt modelId="{067F6F04-BD59-4F2B-847C-E3D8285D09E3}" type="pres">
      <dgm:prSet presAssocID="{07C530E9-9804-4FAD-8290-41F5AAD6BCD2}" presName="matrix" presStyleCnt="0">
        <dgm:presLayoutVars>
          <dgm:chMax val="1"/>
          <dgm:dir/>
          <dgm:resizeHandles val="exact"/>
        </dgm:presLayoutVars>
      </dgm:prSet>
      <dgm:spPr/>
    </dgm:pt>
    <dgm:pt modelId="{E1E7E003-D752-4081-A250-3D18A9A48654}" type="pres">
      <dgm:prSet presAssocID="{07C530E9-9804-4FAD-8290-41F5AAD6BCD2}" presName="diamond" presStyleLbl="bgShp" presStyleIdx="0" presStyleCnt="1"/>
      <dgm:spPr/>
    </dgm:pt>
    <dgm:pt modelId="{05000C6A-D782-49BC-90E5-6CC51D9F012A}" type="pres">
      <dgm:prSet presAssocID="{07C530E9-9804-4FAD-8290-41F5AAD6BCD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5C1D394-1BCB-425A-86F1-EE10C981C0C8}" type="pres">
      <dgm:prSet presAssocID="{07C530E9-9804-4FAD-8290-41F5AAD6BCD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2604EBE-E18F-48EA-9716-5C0EAD5E0436}" type="pres">
      <dgm:prSet presAssocID="{07C530E9-9804-4FAD-8290-41F5AAD6BCD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71A1AF7-AF77-4F28-8C77-D8857E033199}" type="pres">
      <dgm:prSet presAssocID="{07C530E9-9804-4FAD-8290-41F5AAD6BCD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201F449-DD2B-4E94-966F-C51BCAB5EDE5}" type="presOf" srcId="{58F3FC22-660E-43DD-8F8B-88BA4C27EBF8}" destId="{05000C6A-D782-49BC-90E5-6CC51D9F012A}" srcOrd="0" destOrd="0" presId="urn:microsoft.com/office/officeart/2005/8/layout/matrix3"/>
    <dgm:cxn modelId="{D202906A-4966-478F-A534-D5C53CF98A64}" srcId="{07C530E9-9804-4FAD-8290-41F5AAD6BCD2}" destId="{58F3FC22-660E-43DD-8F8B-88BA4C27EBF8}" srcOrd="0" destOrd="0" parTransId="{534C9B5C-3226-4EB9-8B87-A3B7075CA3D2}" sibTransId="{CA50286D-2E38-44A4-AD2F-CDDCB43EF148}"/>
    <dgm:cxn modelId="{9F187757-8D0B-4052-81F1-5326CB4D3549}" type="presOf" srcId="{07C530E9-9804-4FAD-8290-41F5AAD6BCD2}" destId="{067F6F04-BD59-4F2B-847C-E3D8285D09E3}" srcOrd="0" destOrd="0" presId="urn:microsoft.com/office/officeart/2005/8/layout/matrix3"/>
    <dgm:cxn modelId="{5F19BF87-76D7-4126-8EDD-7BDA2D167E6C}" srcId="{07C530E9-9804-4FAD-8290-41F5AAD6BCD2}" destId="{C171AE7B-1C50-44D8-9CAA-B917506F87D9}" srcOrd="2" destOrd="0" parTransId="{3B9AC88E-05CB-46DF-85E3-B7FF527DB114}" sibTransId="{3E41265D-8F51-4590-9C36-1FB8446F871E}"/>
    <dgm:cxn modelId="{998C4A9F-F6DF-415A-92E9-74F206D41BCA}" type="presOf" srcId="{C171AE7B-1C50-44D8-9CAA-B917506F87D9}" destId="{F2604EBE-E18F-48EA-9716-5C0EAD5E0436}" srcOrd="0" destOrd="0" presId="urn:microsoft.com/office/officeart/2005/8/layout/matrix3"/>
    <dgm:cxn modelId="{EAD415B4-3A97-4980-B5E6-5ED561138A5E}" type="presOf" srcId="{E7CEEEFF-1FBF-4F6E-AFD0-FAC8ECBE3FA8}" destId="{A5C1D394-1BCB-425A-86F1-EE10C981C0C8}" srcOrd="0" destOrd="0" presId="urn:microsoft.com/office/officeart/2005/8/layout/matrix3"/>
    <dgm:cxn modelId="{7BE5B6BB-23E4-407C-A840-775C9B959234}" type="presOf" srcId="{76F303AA-4129-4162-85DD-33C9D206ECED}" destId="{771A1AF7-AF77-4F28-8C77-D8857E033199}" srcOrd="0" destOrd="0" presId="urn:microsoft.com/office/officeart/2005/8/layout/matrix3"/>
    <dgm:cxn modelId="{3DE777D6-BFB5-4265-88E7-265C9DDC1F76}" srcId="{07C530E9-9804-4FAD-8290-41F5AAD6BCD2}" destId="{E7CEEEFF-1FBF-4F6E-AFD0-FAC8ECBE3FA8}" srcOrd="1" destOrd="0" parTransId="{6090AA95-4E29-4E19-BD56-670574D268AC}" sibTransId="{427F05B7-AD16-4B45-B4EF-9319D1378253}"/>
    <dgm:cxn modelId="{0FBDA6FB-970F-41A7-A62E-7DF83AED3EBA}" srcId="{07C530E9-9804-4FAD-8290-41F5AAD6BCD2}" destId="{76F303AA-4129-4162-85DD-33C9D206ECED}" srcOrd="3" destOrd="0" parTransId="{D759B6E2-36AC-4EF7-8EF1-ED18F4C020BE}" sibTransId="{E99AFF1B-3A06-480D-B168-F94D6FB35586}"/>
    <dgm:cxn modelId="{BCC99F18-3245-4136-8841-DD79174CBF8D}" type="presParOf" srcId="{067F6F04-BD59-4F2B-847C-E3D8285D09E3}" destId="{E1E7E003-D752-4081-A250-3D18A9A48654}" srcOrd="0" destOrd="0" presId="urn:microsoft.com/office/officeart/2005/8/layout/matrix3"/>
    <dgm:cxn modelId="{FE2F0B4F-BE28-4E8F-B2C8-EFCDE01BAAF9}" type="presParOf" srcId="{067F6F04-BD59-4F2B-847C-E3D8285D09E3}" destId="{05000C6A-D782-49BC-90E5-6CC51D9F012A}" srcOrd="1" destOrd="0" presId="urn:microsoft.com/office/officeart/2005/8/layout/matrix3"/>
    <dgm:cxn modelId="{6FDE2A1B-56BB-4FB2-8671-67C9A79EA99F}" type="presParOf" srcId="{067F6F04-BD59-4F2B-847C-E3D8285D09E3}" destId="{A5C1D394-1BCB-425A-86F1-EE10C981C0C8}" srcOrd="2" destOrd="0" presId="urn:microsoft.com/office/officeart/2005/8/layout/matrix3"/>
    <dgm:cxn modelId="{59A3E516-D71E-4502-9D01-F4E8BF71CA64}" type="presParOf" srcId="{067F6F04-BD59-4F2B-847C-E3D8285D09E3}" destId="{F2604EBE-E18F-48EA-9716-5C0EAD5E0436}" srcOrd="3" destOrd="0" presId="urn:microsoft.com/office/officeart/2005/8/layout/matrix3"/>
    <dgm:cxn modelId="{4933FA5F-9D5B-43D6-948A-BCDB2B255A2A}" type="presParOf" srcId="{067F6F04-BD59-4F2B-847C-E3D8285D09E3}" destId="{771A1AF7-AF77-4F28-8C77-D8857E03319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5F6DEA3-5702-49CC-9A93-7101ADD8075E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ADCC908-DC9A-4F26-9D95-E6307326DB11}">
      <dgm:prSet/>
      <dgm:spPr/>
      <dgm:t>
        <a:bodyPr/>
        <a:lstStyle/>
        <a:p>
          <a:r>
            <a:rPr lang="en-US" b="0" i="0"/>
            <a:t>Fill in the blanks:</a:t>
          </a:r>
          <a:endParaRPr lang="en-US"/>
        </a:p>
      </dgm:t>
    </dgm:pt>
    <dgm:pt modelId="{1E36EC42-3AD2-46C9-A618-2C3162ED79BF}" type="parTrans" cxnId="{8C7B9CD6-EBA8-47E3-80A4-B462992F1307}">
      <dgm:prSet/>
      <dgm:spPr/>
      <dgm:t>
        <a:bodyPr/>
        <a:lstStyle/>
        <a:p>
          <a:endParaRPr lang="en-US"/>
        </a:p>
      </dgm:t>
    </dgm:pt>
    <dgm:pt modelId="{8FF00C99-EAA2-4B16-AC0B-75B0AF90E3D4}" type="sibTrans" cxnId="{8C7B9CD6-EBA8-47E3-80A4-B462992F1307}">
      <dgm:prSet/>
      <dgm:spPr/>
      <dgm:t>
        <a:bodyPr/>
        <a:lstStyle/>
        <a:p>
          <a:endParaRPr lang="en-US"/>
        </a:p>
      </dgm:t>
    </dgm:pt>
    <dgm:pt modelId="{DE8818F3-22A9-4ABC-82B8-CAE9EF226C66}">
      <dgm:prSet/>
      <dgm:spPr/>
      <dgm:t>
        <a:bodyPr/>
        <a:lstStyle/>
        <a:p>
          <a:r>
            <a:rPr lang="en-US" b="0" i="0"/>
            <a:t>1. The boy ___ is singing is my friend.</a:t>
          </a:r>
          <a:endParaRPr lang="en-US"/>
        </a:p>
      </dgm:t>
    </dgm:pt>
    <dgm:pt modelId="{9677FAFC-E471-4A62-8D74-E144D19A8890}" type="parTrans" cxnId="{B0E2110C-4B45-4D7A-A94D-CC895D1D5349}">
      <dgm:prSet/>
      <dgm:spPr/>
      <dgm:t>
        <a:bodyPr/>
        <a:lstStyle/>
        <a:p>
          <a:endParaRPr lang="en-US"/>
        </a:p>
      </dgm:t>
    </dgm:pt>
    <dgm:pt modelId="{767E2B67-D635-4C65-BAFD-FFE6438E2B28}" type="sibTrans" cxnId="{B0E2110C-4B45-4D7A-A94D-CC895D1D5349}">
      <dgm:prSet/>
      <dgm:spPr/>
      <dgm:t>
        <a:bodyPr/>
        <a:lstStyle/>
        <a:p>
          <a:endParaRPr lang="en-US"/>
        </a:p>
      </dgm:t>
    </dgm:pt>
    <dgm:pt modelId="{7D62638D-7491-429C-AEB1-B6F3487D32F0}">
      <dgm:prSet/>
      <dgm:spPr/>
      <dgm:t>
        <a:bodyPr/>
        <a:lstStyle/>
        <a:p>
          <a:r>
            <a:rPr lang="en-US" b="0" i="0"/>
            <a:t>2. The book ___ I borrowed is interesting.</a:t>
          </a:r>
          <a:endParaRPr lang="en-US"/>
        </a:p>
      </dgm:t>
    </dgm:pt>
    <dgm:pt modelId="{0BBC7615-04F5-4248-86CC-0695D82EA41D}" type="parTrans" cxnId="{0E41FC5A-7185-4E2A-B7D5-5C38ADB69CF1}">
      <dgm:prSet/>
      <dgm:spPr/>
      <dgm:t>
        <a:bodyPr/>
        <a:lstStyle/>
        <a:p>
          <a:endParaRPr lang="en-US"/>
        </a:p>
      </dgm:t>
    </dgm:pt>
    <dgm:pt modelId="{46365432-5A5C-4B47-AEB8-68783CE323D9}" type="sibTrans" cxnId="{0E41FC5A-7185-4E2A-B7D5-5C38ADB69CF1}">
      <dgm:prSet/>
      <dgm:spPr/>
      <dgm:t>
        <a:bodyPr/>
        <a:lstStyle/>
        <a:p>
          <a:endParaRPr lang="en-US"/>
        </a:p>
      </dgm:t>
    </dgm:pt>
    <dgm:pt modelId="{191D66A4-6FE1-446F-AADF-7270FBF760BA}">
      <dgm:prSet/>
      <dgm:spPr/>
      <dgm:t>
        <a:bodyPr/>
        <a:lstStyle/>
        <a:p>
          <a:r>
            <a:rPr lang="en-US" b="0" i="0"/>
            <a:t>3. The woman ___ son won is proud.</a:t>
          </a:r>
          <a:endParaRPr lang="en-US"/>
        </a:p>
      </dgm:t>
    </dgm:pt>
    <dgm:pt modelId="{103F9AA8-200C-4537-B930-2CDC11517268}" type="parTrans" cxnId="{B7A8A613-6982-4A01-B3CB-F6E1C3325D6B}">
      <dgm:prSet/>
      <dgm:spPr/>
      <dgm:t>
        <a:bodyPr/>
        <a:lstStyle/>
        <a:p>
          <a:endParaRPr lang="en-US"/>
        </a:p>
      </dgm:t>
    </dgm:pt>
    <dgm:pt modelId="{734B502C-B58B-4A00-A7D7-843C77490FFD}" type="sibTrans" cxnId="{B7A8A613-6982-4A01-B3CB-F6E1C3325D6B}">
      <dgm:prSet/>
      <dgm:spPr/>
      <dgm:t>
        <a:bodyPr/>
        <a:lstStyle/>
        <a:p>
          <a:endParaRPr lang="en-US"/>
        </a:p>
      </dgm:t>
    </dgm:pt>
    <dgm:pt modelId="{6ABB0442-99EB-4F5D-B7C0-63C2B3B125AB}" type="pres">
      <dgm:prSet presAssocID="{85F6DEA3-5702-49CC-9A93-7101ADD8075E}" presName="outerComposite" presStyleCnt="0">
        <dgm:presLayoutVars>
          <dgm:chMax val="5"/>
          <dgm:dir/>
          <dgm:resizeHandles val="exact"/>
        </dgm:presLayoutVars>
      </dgm:prSet>
      <dgm:spPr/>
    </dgm:pt>
    <dgm:pt modelId="{189089D2-0A66-4996-A44E-B6CDD4D69A6F}" type="pres">
      <dgm:prSet presAssocID="{85F6DEA3-5702-49CC-9A93-7101ADD8075E}" presName="dummyMaxCanvas" presStyleCnt="0">
        <dgm:presLayoutVars/>
      </dgm:prSet>
      <dgm:spPr/>
    </dgm:pt>
    <dgm:pt modelId="{73312C22-1AEB-4DBA-B973-2A0251660CBE}" type="pres">
      <dgm:prSet presAssocID="{85F6DEA3-5702-49CC-9A93-7101ADD8075E}" presName="FourNodes_1" presStyleLbl="node1" presStyleIdx="0" presStyleCnt="4">
        <dgm:presLayoutVars>
          <dgm:bulletEnabled val="1"/>
        </dgm:presLayoutVars>
      </dgm:prSet>
      <dgm:spPr/>
    </dgm:pt>
    <dgm:pt modelId="{D6D9A37B-F51B-489D-8739-5808D60E79DA}" type="pres">
      <dgm:prSet presAssocID="{85F6DEA3-5702-49CC-9A93-7101ADD8075E}" presName="FourNodes_2" presStyleLbl="node1" presStyleIdx="1" presStyleCnt="4">
        <dgm:presLayoutVars>
          <dgm:bulletEnabled val="1"/>
        </dgm:presLayoutVars>
      </dgm:prSet>
      <dgm:spPr/>
    </dgm:pt>
    <dgm:pt modelId="{A63D1990-BE9A-4914-BA95-4458A6731DD0}" type="pres">
      <dgm:prSet presAssocID="{85F6DEA3-5702-49CC-9A93-7101ADD8075E}" presName="FourNodes_3" presStyleLbl="node1" presStyleIdx="2" presStyleCnt="4">
        <dgm:presLayoutVars>
          <dgm:bulletEnabled val="1"/>
        </dgm:presLayoutVars>
      </dgm:prSet>
      <dgm:spPr/>
    </dgm:pt>
    <dgm:pt modelId="{731B5A49-EF8B-400D-862D-067F5670923D}" type="pres">
      <dgm:prSet presAssocID="{85F6DEA3-5702-49CC-9A93-7101ADD8075E}" presName="FourNodes_4" presStyleLbl="node1" presStyleIdx="3" presStyleCnt="4">
        <dgm:presLayoutVars>
          <dgm:bulletEnabled val="1"/>
        </dgm:presLayoutVars>
      </dgm:prSet>
      <dgm:spPr/>
    </dgm:pt>
    <dgm:pt modelId="{FD568039-6634-46D3-92CB-76231862BD1F}" type="pres">
      <dgm:prSet presAssocID="{85F6DEA3-5702-49CC-9A93-7101ADD8075E}" presName="FourConn_1-2" presStyleLbl="fgAccFollowNode1" presStyleIdx="0" presStyleCnt="3">
        <dgm:presLayoutVars>
          <dgm:bulletEnabled val="1"/>
        </dgm:presLayoutVars>
      </dgm:prSet>
      <dgm:spPr/>
    </dgm:pt>
    <dgm:pt modelId="{7035D87D-DC49-42D8-ADE7-E79D6C55BDB3}" type="pres">
      <dgm:prSet presAssocID="{85F6DEA3-5702-49CC-9A93-7101ADD8075E}" presName="FourConn_2-3" presStyleLbl="fgAccFollowNode1" presStyleIdx="1" presStyleCnt="3">
        <dgm:presLayoutVars>
          <dgm:bulletEnabled val="1"/>
        </dgm:presLayoutVars>
      </dgm:prSet>
      <dgm:spPr/>
    </dgm:pt>
    <dgm:pt modelId="{D9F3047C-26EB-43FC-AB10-7FFCC5D37BAA}" type="pres">
      <dgm:prSet presAssocID="{85F6DEA3-5702-49CC-9A93-7101ADD8075E}" presName="FourConn_3-4" presStyleLbl="fgAccFollowNode1" presStyleIdx="2" presStyleCnt="3">
        <dgm:presLayoutVars>
          <dgm:bulletEnabled val="1"/>
        </dgm:presLayoutVars>
      </dgm:prSet>
      <dgm:spPr/>
    </dgm:pt>
    <dgm:pt modelId="{1FFBA192-D96E-4327-A7F4-788578B45545}" type="pres">
      <dgm:prSet presAssocID="{85F6DEA3-5702-49CC-9A93-7101ADD8075E}" presName="FourNodes_1_text" presStyleLbl="node1" presStyleIdx="3" presStyleCnt="4">
        <dgm:presLayoutVars>
          <dgm:bulletEnabled val="1"/>
        </dgm:presLayoutVars>
      </dgm:prSet>
      <dgm:spPr/>
    </dgm:pt>
    <dgm:pt modelId="{A41A3163-FE12-49CC-8A8D-9D93D927AB32}" type="pres">
      <dgm:prSet presAssocID="{85F6DEA3-5702-49CC-9A93-7101ADD8075E}" presName="FourNodes_2_text" presStyleLbl="node1" presStyleIdx="3" presStyleCnt="4">
        <dgm:presLayoutVars>
          <dgm:bulletEnabled val="1"/>
        </dgm:presLayoutVars>
      </dgm:prSet>
      <dgm:spPr/>
    </dgm:pt>
    <dgm:pt modelId="{A7A8B0BC-3759-4164-99EC-6F1815BD98D6}" type="pres">
      <dgm:prSet presAssocID="{85F6DEA3-5702-49CC-9A93-7101ADD8075E}" presName="FourNodes_3_text" presStyleLbl="node1" presStyleIdx="3" presStyleCnt="4">
        <dgm:presLayoutVars>
          <dgm:bulletEnabled val="1"/>
        </dgm:presLayoutVars>
      </dgm:prSet>
      <dgm:spPr/>
    </dgm:pt>
    <dgm:pt modelId="{0F77FAD5-1916-464A-942A-7376C610DADD}" type="pres">
      <dgm:prSet presAssocID="{85F6DEA3-5702-49CC-9A93-7101ADD8075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0E2110C-4B45-4D7A-A94D-CC895D1D5349}" srcId="{85F6DEA3-5702-49CC-9A93-7101ADD8075E}" destId="{DE8818F3-22A9-4ABC-82B8-CAE9EF226C66}" srcOrd="1" destOrd="0" parTransId="{9677FAFC-E471-4A62-8D74-E144D19A8890}" sibTransId="{767E2B67-D635-4C65-BAFD-FFE6438E2B28}"/>
    <dgm:cxn modelId="{B7A8A613-6982-4A01-B3CB-F6E1C3325D6B}" srcId="{85F6DEA3-5702-49CC-9A93-7101ADD8075E}" destId="{191D66A4-6FE1-446F-AADF-7270FBF760BA}" srcOrd="3" destOrd="0" parTransId="{103F9AA8-200C-4537-B930-2CDC11517268}" sibTransId="{734B502C-B58B-4A00-A7D7-843C77490FFD}"/>
    <dgm:cxn modelId="{A42FF519-1687-4FA4-B451-7D447BED75D6}" type="presOf" srcId="{191D66A4-6FE1-446F-AADF-7270FBF760BA}" destId="{731B5A49-EF8B-400D-862D-067F5670923D}" srcOrd="0" destOrd="0" presId="urn:microsoft.com/office/officeart/2005/8/layout/vProcess5"/>
    <dgm:cxn modelId="{7DF87A2F-D271-4D23-9A55-1C29D7805D6B}" type="presOf" srcId="{DE8818F3-22A9-4ABC-82B8-CAE9EF226C66}" destId="{D6D9A37B-F51B-489D-8739-5808D60E79DA}" srcOrd="0" destOrd="0" presId="urn:microsoft.com/office/officeart/2005/8/layout/vProcess5"/>
    <dgm:cxn modelId="{7D515334-9EA1-423D-A957-46B21C2695C2}" type="presOf" srcId="{191D66A4-6FE1-446F-AADF-7270FBF760BA}" destId="{0F77FAD5-1916-464A-942A-7376C610DADD}" srcOrd="1" destOrd="0" presId="urn:microsoft.com/office/officeart/2005/8/layout/vProcess5"/>
    <dgm:cxn modelId="{AF23AD3E-2B1A-4275-B49E-562464D517F3}" type="presOf" srcId="{7D62638D-7491-429C-AEB1-B6F3487D32F0}" destId="{A7A8B0BC-3759-4164-99EC-6F1815BD98D6}" srcOrd="1" destOrd="0" presId="urn:microsoft.com/office/officeart/2005/8/layout/vProcess5"/>
    <dgm:cxn modelId="{BD8E275F-5E2D-47A7-8A0B-B43A244E2A38}" type="presOf" srcId="{DE8818F3-22A9-4ABC-82B8-CAE9EF226C66}" destId="{A41A3163-FE12-49CC-8A8D-9D93D927AB32}" srcOrd="1" destOrd="0" presId="urn:microsoft.com/office/officeart/2005/8/layout/vProcess5"/>
    <dgm:cxn modelId="{AE638243-1230-4F9D-97AD-5C9B8DB49C07}" type="presOf" srcId="{767E2B67-D635-4C65-BAFD-FFE6438E2B28}" destId="{7035D87D-DC49-42D8-ADE7-E79D6C55BDB3}" srcOrd="0" destOrd="0" presId="urn:microsoft.com/office/officeart/2005/8/layout/vProcess5"/>
    <dgm:cxn modelId="{F47E4A73-6E3B-4A64-97F4-1F8B1723AB30}" type="presOf" srcId="{46365432-5A5C-4B47-AEB8-68783CE323D9}" destId="{D9F3047C-26EB-43FC-AB10-7FFCC5D37BAA}" srcOrd="0" destOrd="0" presId="urn:microsoft.com/office/officeart/2005/8/layout/vProcess5"/>
    <dgm:cxn modelId="{0E41FC5A-7185-4E2A-B7D5-5C38ADB69CF1}" srcId="{85F6DEA3-5702-49CC-9A93-7101ADD8075E}" destId="{7D62638D-7491-429C-AEB1-B6F3487D32F0}" srcOrd="2" destOrd="0" parTransId="{0BBC7615-04F5-4248-86CC-0695D82EA41D}" sibTransId="{46365432-5A5C-4B47-AEB8-68783CE323D9}"/>
    <dgm:cxn modelId="{1D026E99-DC9C-4E1C-B217-076E9787AD51}" type="presOf" srcId="{AADCC908-DC9A-4F26-9D95-E6307326DB11}" destId="{73312C22-1AEB-4DBA-B973-2A0251660CBE}" srcOrd="0" destOrd="0" presId="urn:microsoft.com/office/officeart/2005/8/layout/vProcess5"/>
    <dgm:cxn modelId="{8ABEA6A1-9422-4357-872D-ADA2BAF521B2}" type="presOf" srcId="{7D62638D-7491-429C-AEB1-B6F3487D32F0}" destId="{A63D1990-BE9A-4914-BA95-4458A6731DD0}" srcOrd="0" destOrd="0" presId="urn:microsoft.com/office/officeart/2005/8/layout/vProcess5"/>
    <dgm:cxn modelId="{8D6CD8A5-D763-4654-81CB-E73EEC172887}" type="presOf" srcId="{AADCC908-DC9A-4F26-9D95-E6307326DB11}" destId="{1FFBA192-D96E-4327-A7F4-788578B45545}" srcOrd="1" destOrd="0" presId="urn:microsoft.com/office/officeart/2005/8/layout/vProcess5"/>
    <dgm:cxn modelId="{0F9DDEBF-C7A6-48F0-B4A9-0720A3F40ABB}" type="presOf" srcId="{85F6DEA3-5702-49CC-9A93-7101ADD8075E}" destId="{6ABB0442-99EB-4F5D-B7C0-63C2B3B125AB}" srcOrd="0" destOrd="0" presId="urn:microsoft.com/office/officeart/2005/8/layout/vProcess5"/>
    <dgm:cxn modelId="{BD2DEDC4-4D31-473D-98DC-A87FFF75B336}" type="presOf" srcId="{8FF00C99-EAA2-4B16-AC0B-75B0AF90E3D4}" destId="{FD568039-6634-46D3-92CB-76231862BD1F}" srcOrd="0" destOrd="0" presId="urn:microsoft.com/office/officeart/2005/8/layout/vProcess5"/>
    <dgm:cxn modelId="{8C7B9CD6-EBA8-47E3-80A4-B462992F1307}" srcId="{85F6DEA3-5702-49CC-9A93-7101ADD8075E}" destId="{AADCC908-DC9A-4F26-9D95-E6307326DB11}" srcOrd="0" destOrd="0" parTransId="{1E36EC42-3AD2-46C9-A618-2C3162ED79BF}" sibTransId="{8FF00C99-EAA2-4B16-AC0B-75B0AF90E3D4}"/>
    <dgm:cxn modelId="{44FF518D-BBE5-4CCA-80C3-CA69DA8F1A76}" type="presParOf" srcId="{6ABB0442-99EB-4F5D-B7C0-63C2B3B125AB}" destId="{189089D2-0A66-4996-A44E-B6CDD4D69A6F}" srcOrd="0" destOrd="0" presId="urn:microsoft.com/office/officeart/2005/8/layout/vProcess5"/>
    <dgm:cxn modelId="{46E31433-E961-46BA-8FE9-1A5D0C16D001}" type="presParOf" srcId="{6ABB0442-99EB-4F5D-B7C0-63C2B3B125AB}" destId="{73312C22-1AEB-4DBA-B973-2A0251660CBE}" srcOrd="1" destOrd="0" presId="urn:microsoft.com/office/officeart/2005/8/layout/vProcess5"/>
    <dgm:cxn modelId="{1F2AFCD2-CAD9-42DB-A8B2-41CD51711532}" type="presParOf" srcId="{6ABB0442-99EB-4F5D-B7C0-63C2B3B125AB}" destId="{D6D9A37B-F51B-489D-8739-5808D60E79DA}" srcOrd="2" destOrd="0" presId="urn:microsoft.com/office/officeart/2005/8/layout/vProcess5"/>
    <dgm:cxn modelId="{7D9E017B-7ACE-4CE9-A6E1-028D09ABC7C3}" type="presParOf" srcId="{6ABB0442-99EB-4F5D-B7C0-63C2B3B125AB}" destId="{A63D1990-BE9A-4914-BA95-4458A6731DD0}" srcOrd="3" destOrd="0" presId="urn:microsoft.com/office/officeart/2005/8/layout/vProcess5"/>
    <dgm:cxn modelId="{4F37814E-3DD6-4670-A60E-CACF157FC08B}" type="presParOf" srcId="{6ABB0442-99EB-4F5D-B7C0-63C2B3B125AB}" destId="{731B5A49-EF8B-400D-862D-067F5670923D}" srcOrd="4" destOrd="0" presId="urn:microsoft.com/office/officeart/2005/8/layout/vProcess5"/>
    <dgm:cxn modelId="{26610E5A-869D-47CA-A272-57FA992EE094}" type="presParOf" srcId="{6ABB0442-99EB-4F5D-B7C0-63C2B3B125AB}" destId="{FD568039-6634-46D3-92CB-76231862BD1F}" srcOrd="5" destOrd="0" presId="urn:microsoft.com/office/officeart/2005/8/layout/vProcess5"/>
    <dgm:cxn modelId="{74A63C3D-6EDC-49F6-B726-50135CF91AA7}" type="presParOf" srcId="{6ABB0442-99EB-4F5D-B7C0-63C2B3B125AB}" destId="{7035D87D-DC49-42D8-ADE7-E79D6C55BDB3}" srcOrd="6" destOrd="0" presId="urn:microsoft.com/office/officeart/2005/8/layout/vProcess5"/>
    <dgm:cxn modelId="{E7A99DF4-E4EF-4ECD-B905-9FCB86102CCB}" type="presParOf" srcId="{6ABB0442-99EB-4F5D-B7C0-63C2B3B125AB}" destId="{D9F3047C-26EB-43FC-AB10-7FFCC5D37BAA}" srcOrd="7" destOrd="0" presId="urn:microsoft.com/office/officeart/2005/8/layout/vProcess5"/>
    <dgm:cxn modelId="{EB0231F9-70B1-4966-AD2A-5D8D47148286}" type="presParOf" srcId="{6ABB0442-99EB-4F5D-B7C0-63C2B3B125AB}" destId="{1FFBA192-D96E-4327-A7F4-788578B45545}" srcOrd="8" destOrd="0" presId="urn:microsoft.com/office/officeart/2005/8/layout/vProcess5"/>
    <dgm:cxn modelId="{28659626-C2A8-4768-88EF-6AEE52E5EC8C}" type="presParOf" srcId="{6ABB0442-99EB-4F5D-B7C0-63C2B3B125AB}" destId="{A41A3163-FE12-49CC-8A8D-9D93D927AB32}" srcOrd="9" destOrd="0" presId="urn:microsoft.com/office/officeart/2005/8/layout/vProcess5"/>
    <dgm:cxn modelId="{764A578F-8468-46DC-9974-98B5F890FDBC}" type="presParOf" srcId="{6ABB0442-99EB-4F5D-B7C0-63C2B3B125AB}" destId="{A7A8B0BC-3759-4164-99EC-6F1815BD98D6}" srcOrd="10" destOrd="0" presId="urn:microsoft.com/office/officeart/2005/8/layout/vProcess5"/>
    <dgm:cxn modelId="{BA7DDC99-8731-40D3-AD1C-572298DBE385}" type="presParOf" srcId="{6ABB0442-99EB-4F5D-B7C0-63C2B3B125AB}" destId="{0F77FAD5-1916-464A-942A-7376C610DAD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4929C443-DA7D-4626-9CB2-4A20472E4BE2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C1242CD-65E4-49C2-AE88-E34263512016}">
      <dgm:prSet/>
      <dgm:spPr/>
      <dgm:t>
        <a:bodyPr/>
        <a:lstStyle/>
        <a:p>
          <a:r>
            <a:rPr lang="en-US" b="0" i="0"/>
            <a:t>1. who</a:t>
          </a:r>
          <a:endParaRPr lang="en-US"/>
        </a:p>
      </dgm:t>
    </dgm:pt>
    <dgm:pt modelId="{B85F5A3F-E84A-4F94-B5F7-58B0CFFF6626}" type="parTrans" cxnId="{0DEEDFCA-DF3A-4ED2-BEE1-4B18FF2F61C2}">
      <dgm:prSet/>
      <dgm:spPr/>
      <dgm:t>
        <a:bodyPr/>
        <a:lstStyle/>
        <a:p>
          <a:endParaRPr lang="en-US"/>
        </a:p>
      </dgm:t>
    </dgm:pt>
    <dgm:pt modelId="{E0F13B8B-5162-425C-9914-8A35648BE6DF}" type="sibTrans" cxnId="{0DEEDFCA-DF3A-4ED2-BEE1-4B18FF2F61C2}">
      <dgm:prSet/>
      <dgm:spPr/>
      <dgm:t>
        <a:bodyPr/>
        <a:lstStyle/>
        <a:p>
          <a:endParaRPr lang="en-US"/>
        </a:p>
      </dgm:t>
    </dgm:pt>
    <dgm:pt modelId="{107792E7-1CCB-489E-A54C-613824D959F6}">
      <dgm:prSet/>
      <dgm:spPr/>
      <dgm:t>
        <a:bodyPr/>
        <a:lstStyle/>
        <a:p>
          <a:r>
            <a:rPr lang="en-US" b="0" i="0"/>
            <a:t>2. which / that</a:t>
          </a:r>
          <a:endParaRPr lang="en-US"/>
        </a:p>
      </dgm:t>
    </dgm:pt>
    <dgm:pt modelId="{2024BCFC-098B-4190-B714-B580477718C9}" type="parTrans" cxnId="{9F6E5B0C-5627-4F03-9012-5AFEBEC38F0C}">
      <dgm:prSet/>
      <dgm:spPr/>
      <dgm:t>
        <a:bodyPr/>
        <a:lstStyle/>
        <a:p>
          <a:endParaRPr lang="en-US"/>
        </a:p>
      </dgm:t>
    </dgm:pt>
    <dgm:pt modelId="{952F9591-327D-4040-9A08-55EBF668528D}" type="sibTrans" cxnId="{9F6E5B0C-5627-4F03-9012-5AFEBEC38F0C}">
      <dgm:prSet/>
      <dgm:spPr/>
      <dgm:t>
        <a:bodyPr/>
        <a:lstStyle/>
        <a:p>
          <a:endParaRPr lang="en-US"/>
        </a:p>
      </dgm:t>
    </dgm:pt>
    <dgm:pt modelId="{19E35149-CC6D-4EA4-A913-F20B4F9959B4}">
      <dgm:prSet/>
      <dgm:spPr/>
      <dgm:t>
        <a:bodyPr/>
        <a:lstStyle/>
        <a:p>
          <a:r>
            <a:rPr lang="en-US" b="0" i="0"/>
            <a:t>3. whose</a:t>
          </a:r>
          <a:endParaRPr lang="en-US"/>
        </a:p>
      </dgm:t>
    </dgm:pt>
    <dgm:pt modelId="{D7299CCA-C544-4B5D-825A-2849AE34FF46}" type="parTrans" cxnId="{ABF15946-0A5B-4686-B09F-A62819B3C577}">
      <dgm:prSet/>
      <dgm:spPr/>
      <dgm:t>
        <a:bodyPr/>
        <a:lstStyle/>
        <a:p>
          <a:endParaRPr lang="en-US"/>
        </a:p>
      </dgm:t>
    </dgm:pt>
    <dgm:pt modelId="{EEDA040E-90DD-4DF3-8E13-616002B4967C}" type="sibTrans" cxnId="{ABF15946-0A5B-4686-B09F-A62819B3C577}">
      <dgm:prSet/>
      <dgm:spPr/>
      <dgm:t>
        <a:bodyPr/>
        <a:lstStyle/>
        <a:p>
          <a:endParaRPr lang="en-US"/>
        </a:p>
      </dgm:t>
    </dgm:pt>
    <dgm:pt modelId="{474F9FDA-0BD8-4406-AF71-3EA476AB9DCD}" type="pres">
      <dgm:prSet presAssocID="{4929C443-DA7D-4626-9CB2-4A20472E4BE2}" presName="linear" presStyleCnt="0">
        <dgm:presLayoutVars>
          <dgm:dir/>
          <dgm:animLvl val="lvl"/>
          <dgm:resizeHandles val="exact"/>
        </dgm:presLayoutVars>
      </dgm:prSet>
      <dgm:spPr/>
    </dgm:pt>
    <dgm:pt modelId="{26E58B49-5EDC-4153-84C3-789B267B8C71}" type="pres">
      <dgm:prSet presAssocID="{EC1242CD-65E4-49C2-AE88-E34263512016}" presName="parentLin" presStyleCnt="0"/>
      <dgm:spPr/>
    </dgm:pt>
    <dgm:pt modelId="{60E46A4C-4538-49CC-9E3E-B45475BCCD8C}" type="pres">
      <dgm:prSet presAssocID="{EC1242CD-65E4-49C2-AE88-E34263512016}" presName="parentLeftMargin" presStyleLbl="node1" presStyleIdx="0" presStyleCnt="3"/>
      <dgm:spPr/>
    </dgm:pt>
    <dgm:pt modelId="{5B854672-11D3-473A-9BFA-8626057680AF}" type="pres">
      <dgm:prSet presAssocID="{EC1242CD-65E4-49C2-AE88-E3426351201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20E29FF-891E-4B54-B106-1FC436CA7C11}" type="pres">
      <dgm:prSet presAssocID="{EC1242CD-65E4-49C2-AE88-E34263512016}" presName="negativeSpace" presStyleCnt="0"/>
      <dgm:spPr/>
    </dgm:pt>
    <dgm:pt modelId="{DEC14CB6-53E0-4973-B852-6D84984A5F85}" type="pres">
      <dgm:prSet presAssocID="{EC1242CD-65E4-49C2-AE88-E34263512016}" presName="childText" presStyleLbl="conFgAcc1" presStyleIdx="0" presStyleCnt="3">
        <dgm:presLayoutVars>
          <dgm:bulletEnabled val="1"/>
        </dgm:presLayoutVars>
      </dgm:prSet>
      <dgm:spPr/>
    </dgm:pt>
    <dgm:pt modelId="{B71182FD-8A05-4DA4-858D-B3E2C523FC3B}" type="pres">
      <dgm:prSet presAssocID="{E0F13B8B-5162-425C-9914-8A35648BE6DF}" presName="spaceBetweenRectangles" presStyleCnt="0"/>
      <dgm:spPr/>
    </dgm:pt>
    <dgm:pt modelId="{C2069339-53AA-4A1C-8C2C-D24F7901CEFA}" type="pres">
      <dgm:prSet presAssocID="{107792E7-1CCB-489E-A54C-613824D959F6}" presName="parentLin" presStyleCnt="0"/>
      <dgm:spPr/>
    </dgm:pt>
    <dgm:pt modelId="{C3C03CBC-9842-4F86-82B3-FB5CFB726FAA}" type="pres">
      <dgm:prSet presAssocID="{107792E7-1CCB-489E-A54C-613824D959F6}" presName="parentLeftMargin" presStyleLbl="node1" presStyleIdx="0" presStyleCnt="3"/>
      <dgm:spPr/>
    </dgm:pt>
    <dgm:pt modelId="{8B427B97-479C-475A-9BB4-F1E97F80B9BB}" type="pres">
      <dgm:prSet presAssocID="{107792E7-1CCB-489E-A54C-613824D959F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AED7409-5C38-4074-838E-4821FA443804}" type="pres">
      <dgm:prSet presAssocID="{107792E7-1CCB-489E-A54C-613824D959F6}" presName="negativeSpace" presStyleCnt="0"/>
      <dgm:spPr/>
    </dgm:pt>
    <dgm:pt modelId="{0E03159F-F245-432C-8E19-B25036A25DC2}" type="pres">
      <dgm:prSet presAssocID="{107792E7-1CCB-489E-A54C-613824D959F6}" presName="childText" presStyleLbl="conFgAcc1" presStyleIdx="1" presStyleCnt="3">
        <dgm:presLayoutVars>
          <dgm:bulletEnabled val="1"/>
        </dgm:presLayoutVars>
      </dgm:prSet>
      <dgm:spPr/>
    </dgm:pt>
    <dgm:pt modelId="{F0EC823B-51B3-411C-BDEE-B7BF90BE5E15}" type="pres">
      <dgm:prSet presAssocID="{952F9591-327D-4040-9A08-55EBF668528D}" presName="spaceBetweenRectangles" presStyleCnt="0"/>
      <dgm:spPr/>
    </dgm:pt>
    <dgm:pt modelId="{3888F6A3-6E21-4E89-91D5-518AFDCC9530}" type="pres">
      <dgm:prSet presAssocID="{19E35149-CC6D-4EA4-A913-F20B4F9959B4}" presName="parentLin" presStyleCnt="0"/>
      <dgm:spPr/>
    </dgm:pt>
    <dgm:pt modelId="{80E3EBE0-7172-4CEB-BDC3-FDDFAD19B6C2}" type="pres">
      <dgm:prSet presAssocID="{19E35149-CC6D-4EA4-A913-F20B4F9959B4}" presName="parentLeftMargin" presStyleLbl="node1" presStyleIdx="1" presStyleCnt="3"/>
      <dgm:spPr/>
    </dgm:pt>
    <dgm:pt modelId="{71B2358C-244F-4745-8D76-755033F3ED79}" type="pres">
      <dgm:prSet presAssocID="{19E35149-CC6D-4EA4-A913-F20B4F9959B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9CB9960-544D-4E22-A7AB-C641DBF6A560}" type="pres">
      <dgm:prSet presAssocID="{19E35149-CC6D-4EA4-A913-F20B4F9959B4}" presName="negativeSpace" presStyleCnt="0"/>
      <dgm:spPr/>
    </dgm:pt>
    <dgm:pt modelId="{B85259A4-A504-4B8A-9594-1298DADFF9FF}" type="pres">
      <dgm:prSet presAssocID="{19E35149-CC6D-4EA4-A913-F20B4F9959B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F6E5B0C-5627-4F03-9012-5AFEBEC38F0C}" srcId="{4929C443-DA7D-4626-9CB2-4A20472E4BE2}" destId="{107792E7-1CCB-489E-A54C-613824D959F6}" srcOrd="1" destOrd="0" parTransId="{2024BCFC-098B-4190-B714-B580477718C9}" sibTransId="{952F9591-327D-4040-9A08-55EBF668528D}"/>
    <dgm:cxn modelId="{CD836F18-16C4-4EB4-9827-304C9834083A}" type="presOf" srcId="{19E35149-CC6D-4EA4-A913-F20B4F9959B4}" destId="{71B2358C-244F-4745-8D76-755033F3ED79}" srcOrd="1" destOrd="0" presId="urn:microsoft.com/office/officeart/2005/8/layout/list1"/>
    <dgm:cxn modelId="{ABF15946-0A5B-4686-B09F-A62819B3C577}" srcId="{4929C443-DA7D-4626-9CB2-4A20472E4BE2}" destId="{19E35149-CC6D-4EA4-A913-F20B4F9959B4}" srcOrd="2" destOrd="0" parTransId="{D7299CCA-C544-4B5D-825A-2849AE34FF46}" sibTransId="{EEDA040E-90DD-4DF3-8E13-616002B4967C}"/>
    <dgm:cxn modelId="{05246A49-A628-46B6-AECB-0F0B4AD5FEC5}" type="presOf" srcId="{EC1242CD-65E4-49C2-AE88-E34263512016}" destId="{5B854672-11D3-473A-9BFA-8626057680AF}" srcOrd="1" destOrd="0" presId="urn:microsoft.com/office/officeart/2005/8/layout/list1"/>
    <dgm:cxn modelId="{61A3DD6C-1732-4A22-98EB-D9EB77E6374D}" type="presOf" srcId="{107792E7-1CCB-489E-A54C-613824D959F6}" destId="{8B427B97-479C-475A-9BB4-F1E97F80B9BB}" srcOrd="1" destOrd="0" presId="urn:microsoft.com/office/officeart/2005/8/layout/list1"/>
    <dgm:cxn modelId="{52597154-5F8A-4FD7-86DD-0D1605CB0F86}" type="presOf" srcId="{107792E7-1CCB-489E-A54C-613824D959F6}" destId="{C3C03CBC-9842-4F86-82B3-FB5CFB726FAA}" srcOrd="0" destOrd="0" presId="urn:microsoft.com/office/officeart/2005/8/layout/list1"/>
    <dgm:cxn modelId="{526866AC-6699-409D-94EE-034D3EAC1921}" type="presOf" srcId="{19E35149-CC6D-4EA4-A913-F20B4F9959B4}" destId="{80E3EBE0-7172-4CEB-BDC3-FDDFAD19B6C2}" srcOrd="0" destOrd="0" presId="urn:microsoft.com/office/officeart/2005/8/layout/list1"/>
    <dgm:cxn modelId="{0DEEDFCA-DF3A-4ED2-BEE1-4B18FF2F61C2}" srcId="{4929C443-DA7D-4626-9CB2-4A20472E4BE2}" destId="{EC1242CD-65E4-49C2-AE88-E34263512016}" srcOrd="0" destOrd="0" parTransId="{B85F5A3F-E84A-4F94-B5F7-58B0CFFF6626}" sibTransId="{E0F13B8B-5162-425C-9914-8A35648BE6DF}"/>
    <dgm:cxn modelId="{691C00E7-F815-4D4A-9834-C8CAF67300D4}" type="presOf" srcId="{EC1242CD-65E4-49C2-AE88-E34263512016}" destId="{60E46A4C-4538-49CC-9E3E-B45475BCCD8C}" srcOrd="0" destOrd="0" presId="urn:microsoft.com/office/officeart/2005/8/layout/list1"/>
    <dgm:cxn modelId="{10B37EF1-5EC8-413B-A881-B097EC87D7D5}" type="presOf" srcId="{4929C443-DA7D-4626-9CB2-4A20472E4BE2}" destId="{474F9FDA-0BD8-4406-AF71-3EA476AB9DCD}" srcOrd="0" destOrd="0" presId="urn:microsoft.com/office/officeart/2005/8/layout/list1"/>
    <dgm:cxn modelId="{30B79B52-A555-494D-A83C-F35D5C433E94}" type="presParOf" srcId="{474F9FDA-0BD8-4406-AF71-3EA476AB9DCD}" destId="{26E58B49-5EDC-4153-84C3-789B267B8C71}" srcOrd="0" destOrd="0" presId="urn:microsoft.com/office/officeart/2005/8/layout/list1"/>
    <dgm:cxn modelId="{809A3194-9615-45B8-B364-14644D3DAFE2}" type="presParOf" srcId="{26E58B49-5EDC-4153-84C3-789B267B8C71}" destId="{60E46A4C-4538-49CC-9E3E-B45475BCCD8C}" srcOrd="0" destOrd="0" presId="urn:microsoft.com/office/officeart/2005/8/layout/list1"/>
    <dgm:cxn modelId="{3CD2F71C-1F13-4621-9ADD-1A0510CF49D8}" type="presParOf" srcId="{26E58B49-5EDC-4153-84C3-789B267B8C71}" destId="{5B854672-11D3-473A-9BFA-8626057680AF}" srcOrd="1" destOrd="0" presId="urn:microsoft.com/office/officeart/2005/8/layout/list1"/>
    <dgm:cxn modelId="{012D25C3-4B3C-4AA1-BF4B-23C257C65721}" type="presParOf" srcId="{474F9FDA-0BD8-4406-AF71-3EA476AB9DCD}" destId="{A20E29FF-891E-4B54-B106-1FC436CA7C11}" srcOrd="1" destOrd="0" presId="urn:microsoft.com/office/officeart/2005/8/layout/list1"/>
    <dgm:cxn modelId="{CCD02B19-7DE0-4ADD-9000-5BF2522109A6}" type="presParOf" srcId="{474F9FDA-0BD8-4406-AF71-3EA476AB9DCD}" destId="{DEC14CB6-53E0-4973-B852-6D84984A5F85}" srcOrd="2" destOrd="0" presId="urn:microsoft.com/office/officeart/2005/8/layout/list1"/>
    <dgm:cxn modelId="{6BF9F3CD-3DA6-46BA-BD3E-7AC0563DAC14}" type="presParOf" srcId="{474F9FDA-0BD8-4406-AF71-3EA476AB9DCD}" destId="{B71182FD-8A05-4DA4-858D-B3E2C523FC3B}" srcOrd="3" destOrd="0" presId="urn:microsoft.com/office/officeart/2005/8/layout/list1"/>
    <dgm:cxn modelId="{9815FB87-344E-4F06-8DCA-68A8F1753555}" type="presParOf" srcId="{474F9FDA-0BD8-4406-AF71-3EA476AB9DCD}" destId="{C2069339-53AA-4A1C-8C2C-D24F7901CEFA}" srcOrd="4" destOrd="0" presId="urn:microsoft.com/office/officeart/2005/8/layout/list1"/>
    <dgm:cxn modelId="{3106DA4C-7C57-4617-ABC0-5C6555855DAD}" type="presParOf" srcId="{C2069339-53AA-4A1C-8C2C-D24F7901CEFA}" destId="{C3C03CBC-9842-4F86-82B3-FB5CFB726FAA}" srcOrd="0" destOrd="0" presId="urn:microsoft.com/office/officeart/2005/8/layout/list1"/>
    <dgm:cxn modelId="{05ED8081-4CBA-4578-AFC3-122257C7FE32}" type="presParOf" srcId="{C2069339-53AA-4A1C-8C2C-D24F7901CEFA}" destId="{8B427B97-479C-475A-9BB4-F1E97F80B9BB}" srcOrd="1" destOrd="0" presId="urn:microsoft.com/office/officeart/2005/8/layout/list1"/>
    <dgm:cxn modelId="{4CEADEF8-237C-4737-BAA1-F79E771CC5D1}" type="presParOf" srcId="{474F9FDA-0BD8-4406-AF71-3EA476AB9DCD}" destId="{CAED7409-5C38-4074-838E-4821FA443804}" srcOrd="5" destOrd="0" presId="urn:microsoft.com/office/officeart/2005/8/layout/list1"/>
    <dgm:cxn modelId="{49EACD20-964D-4E3B-B977-B00D70BD7071}" type="presParOf" srcId="{474F9FDA-0BD8-4406-AF71-3EA476AB9DCD}" destId="{0E03159F-F245-432C-8E19-B25036A25DC2}" srcOrd="6" destOrd="0" presId="urn:microsoft.com/office/officeart/2005/8/layout/list1"/>
    <dgm:cxn modelId="{016526BA-6B9D-4CF5-89F4-51E17AAB6BA5}" type="presParOf" srcId="{474F9FDA-0BD8-4406-AF71-3EA476AB9DCD}" destId="{F0EC823B-51B3-411C-BDEE-B7BF90BE5E15}" srcOrd="7" destOrd="0" presId="urn:microsoft.com/office/officeart/2005/8/layout/list1"/>
    <dgm:cxn modelId="{C2E7DE1F-1BC3-45D1-AF20-26FD8F6630F2}" type="presParOf" srcId="{474F9FDA-0BD8-4406-AF71-3EA476AB9DCD}" destId="{3888F6A3-6E21-4E89-91D5-518AFDCC9530}" srcOrd="8" destOrd="0" presId="urn:microsoft.com/office/officeart/2005/8/layout/list1"/>
    <dgm:cxn modelId="{A5C90BE3-17CB-4827-95B8-EC03321A51D3}" type="presParOf" srcId="{3888F6A3-6E21-4E89-91D5-518AFDCC9530}" destId="{80E3EBE0-7172-4CEB-BDC3-FDDFAD19B6C2}" srcOrd="0" destOrd="0" presId="urn:microsoft.com/office/officeart/2005/8/layout/list1"/>
    <dgm:cxn modelId="{78A6A5F5-2F29-4FCB-9741-FD23FD7F3C60}" type="presParOf" srcId="{3888F6A3-6E21-4E89-91D5-518AFDCC9530}" destId="{71B2358C-244F-4745-8D76-755033F3ED79}" srcOrd="1" destOrd="0" presId="urn:microsoft.com/office/officeart/2005/8/layout/list1"/>
    <dgm:cxn modelId="{8854B794-5E28-479D-8AFD-08795A068974}" type="presParOf" srcId="{474F9FDA-0BD8-4406-AF71-3EA476AB9DCD}" destId="{89CB9960-544D-4E22-A7AB-C641DBF6A560}" srcOrd="9" destOrd="0" presId="urn:microsoft.com/office/officeart/2005/8/layout/list1"/>
    <dgm:cxn modelId="{44946E60-48D8-40DB-A3A9-9E5A38CF9A43}" type="presParOf" srcId="{474F9FDA-0BD8-4406-AF71-3EA476AB9DCD}" destId="{B85259A4-A504-4B8A-9594-1298DADFF9F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597B81D-FDE6-4088-9186-6139BB2917B4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27A7EF1-EDD8-4755-82F1-6B75AF05AF9F}">
      <dgm:prSet/>
      <dgm:spPr/>
      <dgm:t>
        <a:bodyPr/>
        <a:lstStyle/>
        <a:p>
          <a:r>
            <a:rPr lang="en-US" b="0" i="0"/>
            <a:t>Relative pronouns join clauses</a:t>
          </a:r>
          <a:endParaRPr lang="en-US"/>
        </a:p>
      </dgm:t>
    </dgm:pt>
    <dgm:pt modelId="{AE7F4B62-A422-4C71-945B-5B5C45CBC7D0}" type="parTrans" cxnId="{16DEDF6B-40D2-4187-B65F-FD2C3B79F54F}">
      <dgm:prSet/>
      <dgm:spPr/>
      <dgm:t>
        <a:bodyPr/>
        <a:lstStyle/>
        <a:p>
          <a:endParaRPr lang="en-US"/>
        </a:p>
      </dgm:t>
    </dgm:pt>
    <dgm:pt modelId="{22F29866-16B6-40F8-955B-CB056083B9E1}" type="sibTrans" cxnId="{16DEDF6B-40D2-4187-B65F-FD2C3B79F54F}">
      <dgm:prSet/>
      <dgm:spPr/>
      <dgm:t>
        <a:bodyPr/>
        <a:lstStyle/>
        <a:p>
          <a:endParaRPr lang="en-US"/>
        </a:p>
      </dgm:t>
    </dgm:pt>
    <dgm:pt modelId="{1B09A2E5-3590-449F-B383-39EC89A83562}">
      <dgm:prSet/>
      <dgm:spPr/>
      <dgm:t>
        <a:bodyPr/>
        <a:lstStyle/>
        <a:p>
          <a:r>
            <a:rPr lang="en-US" b="0" i="0"/>
            <a:t>They give extra information</a:t>
          </a:r>
          <a:endParaRPr lang="en-US"/>
        </a:p>
      </dgm:t>
    </dgm:pt>
    <dgm:pt modelId="{3209C021-FDD7-4F14-9150-6693407C544E}" type="parTrans" cxnId="{E21E92AD-865D-4BB6-8BCA-CBBCABF2471D}">
      <dgm:prSet/>
      <dgm:spPr/>
      <dgm:t>
        <a:bodyPr/>
        <a:lstStyle/>
        <a:p>
          <a:endParaRPr lang="en-US"/>
        </a:p>
      </dgm:t>
    </dgm:pt>
    <dgm:pt modelId="{F7C19CA9-3CA4-492C-AD51-9C8917A491FC}" type="sibTrans" cxnId="{E21E92AD-865D-4BB6-8BCA-CBBCABF2471D}">
      <dgm:prSet/>
      <dgm:spPr/>
      <dgm:t>
        <a:bodyPr/>
        <a:lstStyle/>
        <a:p>
          <a:endParaRPr lang="en-US"/>
        </a:p>
      </dgm:t>
    </dgm:pt>
    <dgm:pt modelId="{E1C17FB2-14FB-4E1B-90FF-E7C4BDAD6C6E}">
      <dgm:prSet/>
      <dgm:spPr/>
      <dgm:t>
        <a:bodyPr/>
        <a:lstStyle/>
        <a:p>
          <a:r>
            <a:rPr lang="en-US" b="0" i="0"/>
            <a:t>Correct usage improves clarity</a:t>
          </a:r>
          <a:endParaRPr lang="en-US"/>
        </a:p>
      </dgm:t>
    </dgm:pt>
    <dgm:pt modelId="{2CB799B1-B9A9-4CEF-9369-F8E4F136624E}" type="parTrans" cxnId="{14EDBA92-8DC5-45FD-931B-5FC1DC39541B}">
      <dgm:prSet/>
      <dgm:spPr/>
      <dgm:t>
        <a:bodyPr/>
        <a:lstStyle/>
        <a:p>
          <a:endParaRPr lang="en-US"/>
        </a:p>
      </dgm:t>
    </dgm:pt>
    <dgm:pt modelId="{2BEC61CA-D987-4376-92C3-0DCFC468682D}" type="sibTrans" cxnId="{14EDBA92-8DC5-45FD-931B-5FC1DC39541B}">
      <dgm:prSet/>
      <dgm:spPr/>
      <dgm:t>
        <a:bodyPr/>
        <a:lstStyle/>
        <a:p>
          <a:endParaRPr lang="en-US"/>
        </a:p>
      </dgm:t>
    </dgm:pt>
    <dgm:pt modelId="{8000CC82-3512-48C3-AF11-76F442840107}" type="pres">
      <dgm:prSet presAssocID="{6597B81D-FDE6-4088-9186-6139BB2917B4}" presName="linear" presStyleCnt="0">
        <dgm:presLayoutVars>
          <dgm:dir/>
          <dgm:animLvl val="lvl"/>
          <dgm:resizeHandles val="exact"/>
        </dgm:presLayoutVars>
      </dgm:prSet>
      <dgm:spPr/>
    </dgm:pt>
    <dgm:pt modelId="{603524F2-709F-4B90-AAAE-54E57F8F61DA}" type="pres">
      <dgm:prSet presAssocID="{127A7EF1-EDD8-4755-82F1-6B75AF05AF9F}" presName="parentLin" presStyleCnt="0"/>
      <dgm:spPr/>
    </dgm:pt>
    <dgm:pt modelId="{CD473E45-E81D-4E5F-AD5B-F2E8421DCFE2}" type="pres">
      <dgm:prSet presAssocID="{127A7EF1-EDD8-4755-82F1-6B75AF05AF9F}" presName="parentLeftMargin" presStyleLbl="node1" presStyleIdx="0" presStyleCnt="3"/>
      <dgm:spPr/>
    </dgm:pt>
    <dgm:pt modelId="{82579190-1B4E-4FBB-A9DA-1A9DF029C5B8}" type="pres">
      <dgm:prSet presAssocID="{127A7EF1-EDD8-4755-82F1-6B75AF05AF9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B87718A-A861-40EB-872B-60BD47DCED85}" type="pres">
      <dgm:prSet presAssocID="{127A7EF1-EDD8-4755-82F1-6B75AF05AF9F}" presName="negativeSpace" presStyleCnt="0"/>
      <dgm:spPr/>
    </dgm:pt>
    <dgm:pt modelId="{39CEC4DA-233E-4980-AE6D-D68DBA5362E9}" type="pres">
      <dgm:prSet presAssocID="{127A7EF1-EDD8-4755-82F1-6B75AF05AF9F}" presName="childText" presStyleLbl="conFgAcc1" presStyleIdx="0" presStyleCnt="3">
        <dgm:presLayoutVars>
          <dgm:bulletEnabled val="1"/>
        </dgm:presLayoutVars>
      </dgm:prSet>
      <dgm:spPr/>
    </dgm:pt>
    <dgm:pt modelId="{0265C69C-6563-4600-8BDE-A1734E8E0F5A}" type="pres">
      <dgm:prSet presAssocID="{22F29866-16B6-40F8-955B-CB056083B9E1}" presName="spaceBetweenRectangles" presStyleCnt="0"/>
      <dgm:spPr/>
    </dgm:pt>
    <dgm:pt modelId="{D0FB3624-144E-4BDF-B559-B0ADF862AF93}" type="pres">
      <dgm:prSet presAssocID="{1B09A2E5-3590-449F-B383-39EC89A83562}" presName="parentLin" presStyleCnt="0"/>
      <dgm:spPr/>
    </dgm:pt>
    <dgm:pt modelId="{D1890B02-C123-4CF8-A0C4-E312B9CE8F2A}" type="pres">
      <dgm:prSet presAssocID="{1B09A2E5-3590-449F-B383-39EC89A83562}" presName="parentLeftMargin" presStyleLbl="node1" presStyleIdx="0" presStyleCnt="3"/>
      <dgm:spPr/>
    </dgm:pt>
    <dgm:pt modelId="{552B9529-711A-40D5-9A01-647BB7ACC5EC}" type="pres">
      <dgm:prSet presAssocID="{1B09A2E5-3590-449F-B383-39EC89A8356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CC5326C-2591-475F-A1E5-009F0E64A37F}" type="pres">
      <dgm:prSet presAssocID="{1B09A2E5-3590-449F-B383-39EC89A83562}" presName="negativeSpace" presStyleCnt="0"/>
      <dgm:spPr/>
    </dgm:pt>
    <dgm:pt modelId="{AF16C87D-B8E2-4FA3-9D93-873003069BAD}" type="pres">
      <dgm:prSet presAssocID="{1B09A2E5-3590-449F-B383-39EC89A83562}" presName="childText" presStyleLbl="conFgAcc1" presStyleIdx="1" presStyleCnt="3">
        <dgm:presLayoutVars>
          <dgm:bulletEnabled val="1"/>
        </dgm:presLayoutVars>
      </dgm:prSet>
      <dgm:spPr/>
    </dgm:pt>
    <dgm:pt modelId="{A4A70F68-1610-478C-B5AC-692990D558D2}" type="pres">
      <dgm:prSet presAssocID="{F7C19CA9-3CA4-492C-AD51-9C8917A491FC}" presName="spaceBetweenRectangles" presStyleCnt="0"/>
      <dgm:spPr/>
    </dgm:pt>
    <dgm:pt modelId="{DD42D5DF-653D-4038-8792-5FBBD0EEBCBF}" type="pres">
      <dgm:prSet presAssocID="{E1C17FB2-14FB-4E1B-90FF-E7C4BDAD6C6E}" presName="parentLin" presStyleCnt="0"/>
      <dgm:spPr/>
    </dgm:pt>
    <dgm:pt modelId="{18D323A6-DCB6-4353-BD51-E462D5D99872}" type="pres">
      <dgm:prSet presAssocID="{E1C17FB2-14FB-4E1B-90FF-E7C4BDAD6C6E}" presName="parentLeftMargin" presStyleLbl="node1" presStyleIdx="1" presStyleCnt="3"/>
      <dgm:spPr/>
    </dgm:pt>
    <dgm:pt modelId="{2DA143DB-A18E-4DB2-A2FD-6A3687CBF9E6}" type="pres">
      <dgm:prSet presAssocID="{E1C17FB2-14FB-4E1B-90FF-E7C4BDAD6C6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263D297-E19A-4ED8-B922-67C4949AC22B}" type="pres">
      <dgm:prSet presAssocID="{E1C17FB2-14FB-4E1B-90FF-E7C4BDAD6C6E}" presName="negativeSpace" presStyleCnt="0"/>
      <dgm:spPr/>
    </dgm:pt>
    <dgm:pt modelId="{4D3EB5CD-7FEF-49E4-BAE1-1A7DF2021507}" type="pres">
      <dgm:prSet presAssocID="{E1C17FB2-14FB-4E1B-90FF-E7C4BDAD6C6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0099B06-2349-43C9-B684-18D115F1D1E9}" type="presOf" srcId="{1B09A2E5-3590-449F-B383-39EC89A83562}" destId="{552B9529-711A-40D5-9A01-647BB7ACC5EC}" srcOrd="1" destOrd="0" presId="urn:microsoft.com/office/officeart/2005/8/layout/list1"/>
    <dgm:cxn modelId="{04F3E763-6634-4F24-8362-92C562E79E09}" type="presOf" srcId="{E1C17FB2-14FB-4E1B-90FF-E7C4BDAD6C6E}" destId="{2DA143DB-A18E-4DB2-A2FD-6A3687CBF9E6}" srcOrd="1" destOrd="0" presId="urn:microsoft.com/office/officeart/2005/8/layout/list1"/>
    <dgm:cxn modelId="{244C4144-5C7F-4588-B582-4709363A6F46}" type="presOf" srcId="{6597B81D-FDE6-4088-9186-6139BB2917B4}" destId="{8000CC82-3512-48C3-AF11-76F442840107}" srcOrd="0" destOrd="0" presId="urn:microsoft.com/office/officeart/2005/8/layout/list1"/>
    <dgm:cxn modelId="{16DEDF6B-40D2-4187-B65F-FD2C3B79F54F}" srcId="{6597B81D-FDE6-4088-9186-6139BB2917B4}" destId="{127A7EF1-EDD8-4755-82F1-6B75AF05AF9F}" srcOrd="0" destOrd="0" parTransId="{AE7F4B62-A422-4C71-945B-5B5C45CBC7D0}" sibTransId="{22F29866-16B6-40F8-955B-CB056083B9E1}"/>
    <dgm:cxn modelId="{14EDBA92-8DC5-45FD-931B-5FC1DC39541B}" srcId="{6597B81D-FDE6-4088-9186-6139BB2917B4}" destId="{E1C17FB2-14FB-4E1B-90FF-E7C4BDAD6C6E}" srcOrd="2" destOrd="0" parTransId="{2CB799B1-B9A9-4CEF-9369-F8E4F136624E}" sibTransId="{2BEC61CA-D987-4376-92C3-0DCFC468682D}"/>
    <dgm:cxn modelId="{E21E92AD-865D-4BB6-8BCA-CBBCABF2471D}" srcId="{6597B81D-FDE6-4088-9186-6139BB2917B4}" destId="{1B09A2E5-3590-449F-B383-39EC89A83562}" srcOrd="1" destOrd="0" parTransId="{3209C021-FDD7-4F14-9150-6693407C544E}" sibTransId="{F7C19CA9-3CA4-492C-AD51-9C8917A491FC}"/>
    <dgm:cxn modelId="{22A5A4CA-44F2-4C1E-A1F7-499C5DF8AAA5}" type="presOf" srcId="{E1C17FB2-14FB-4E1B-90FF-E7C4BDAD6C6E}" destId="{18D323A6-DCB6-4353-BD51-E462D5D99872}" srcOrd="0" destOrd="0" presId="urn:microsoft.com/office/officeart/2005/8/layout/list1"/>
    <dgm:cxn modelId="{8AEC3DCB-A8DD-4AB6-B942-C8320CD7508D}" type="presOf" srcId="{1B09A2E5-3590-449F-B383-39EC89A83562}" destId="{D1890B02-C123-4CF8-A0C4-E312B9CE8F2A}" srcOrd="0" destOrd="0" presId="urn:microsoft.com/office/officeart/2005/8/layout/list1"/>
    <dgm:cxn modelId="{D9FDEFF8-D445-43D5-AED1-83EBCD2596A6}" type="presOf" srcId="{127A7EF1-EDD8-4755-82F1-6B75AF05AF9F}" destId="{CD473E45-E81D-4E5F-AD5B-F2E8421DCFE2}" srcOrd="0" destOrd="0" presId="urn:microsoft.com/office/officeart/2005/8/layout/list1"/>
    <dgm:cxn modelId="{8F1A0BFE-4C4F-4952-A8F0-31A429BB23C3}" type="presOf" srcId="{127A7EF1-EDD8-4755-82F1-6B75AF05AF9F}" destId="{82579190-1B4E-4FBB-A9DA-1A9DF029C5B8}" srcOrd="1" destOrd="0" presId="urn:microsoft.com/office/officeart/2005/8/layout/list1"/>
    <dgm:cxn modelId="{0DB1A9DC-B05D-4F09-A9C3-5E44746C97E4}" type="presParOf" srcId="{8000CC82-3512-48C3-AF11-76F442840107}" destId="{603524F2-709F-4B90-AAAE-54E57F8F61DA}" srcOrd="0" destOrd="0" presId="urn:microsoft.com/office/officeart/2005/8/layout/list1"/>
    <dgm:cxn modelId="{096D0622-797F-4301-B5B2-7B6F8D0A4C8D}" type="presParOf" srcId="{603524F2-709F-4B90-AAAE-54E57F8F61DA}" destId="{CD473E45-E81D-4E5F-AD5B-F2E8421DCFE2}" srcOrd="0" destOrd="0" presId="urn:microsoft.com/office/officeart/2005/8/layout/list1"/>
    <dgm:cxn modelId="{A82357EB-A10A-4328-A2AD-AE6BD777C4B2}" type="presParOf" srcId="{603524F2-709F-4B90-AAAE-54E57F8F61DA}" destId="{82579190-1B4E-4FBB-A9DA-1A9DF029C5B8}" srcOrd="1" destOrd="0" presId="urn:microsoft.com/office/officeart/2005/8/layout/list1"/>
    <dgm:cxn modelId="{6EB765BF-27F6-4B43-A97F-163578B77BC4}" type="presParOf" srcId="{8000CC82-3512-48C3-AF11-76F442840107}" destId="{DB87718A-A861-40EB-872B-60BD47DCED85}" srcOrd="1" destOrd="0" presId="urn:microsoft.com/office/officeart/2005/8/layout/list1"/>
    <dgm:cxn modelId="{7FC63AAA-EB9E-49C5-94CF-E5E08D263B18}" type="presParOf" srcId="{8000CC82-3512-48C3-AF11-76F442840107}" destId="{39CEC4DA-233E-4980-AE6D-D68DBA5362E9}" srcOrd="2" destOrd="0" presId="urn:microsoft.com/office/officeart/2005/8/layout/list1"/>
    <dgm:cxn modelId="{E4114823-B961-417E-A441-9BCC9F0429D5}" type="presParOf" srcId="{8000CC82-3512-48C3-AF11-76F442840107}" destId="{0265C69C-6563-4600-8BDE-A1734E8E0F5A}" srcOrd="3" destOrd="0" presId="urn:microsoft.com/office/officeart/2005/8/layout/list1"/>
    <dgm:cxn modelId="{E6F3A98B-51D4-471D-9AAD-45F56EC63396}" type="presParOf" srcId="{8000CC82-3512-48C3-AF11-76F442840107}" destId="{D0FB3624-144E-4BDF-B559-B0ADF862AF93}" srcOrd="4" destOrd="0" presId="urn:microsoft.com/office/officeart/2005/8/layout/list1"/>
    <dgm:cxn modelId="{1EA7D79D-6364-406A-A6C3-678822E58161}" type="presParOf" srcId="{D0FB3624-144E-4BDF-B559-B0ADF862AF93}" destId="{D1890B02-C123-4CF8-A0C4-E312B9CE8F2A}" srcOrd="0" destOrd="0" presId="urn:microsoft.com/office/officeart/2005/8/layout/list1"/>
    <dgm:cxn modelId="{145A623A-60E9-4D22-9C5E-4E68F3A0696F}" type="presParOf" srcId="{D0FB3624-144E-4BDF-B559-B0ADF862AF93}" destId="{552B9529-711A-40D5-9A01-647BB7ACC5EC}" srcOrd="1" destOrd="0" presId="urn:microsoft.com/office/officeart/2005/8/layout/list1"/>
    <dgm:cxn modelId="{633551FF-968D-4CDA-8A70-70C72E06BBE7}" type="presParOf" srcId="{8000CC82-3512-48C3-AF11-76F442840107}" destId="{8CC5326C-2591-475F-A1E5-009F0E64A37F}" srcOrd="5" destOrd="0" presId="urn:microsoft.com/office/officeart/2005/8/layout/list1"/>
    <dgm:cxn modelId="{E487B934-1DE2-40C5-B35D-1574B3A07D78}" type="presParOf" srcId="{8000CC82-3512-48C3-AF11-76F442840107}" destId="{AF16C87D-B8E2-4FA3-9D93-873003069BAD}" srcOrd="6" destOrd="0" presId="urn:microsoft.com/office/officeart/2005/8/layout/list1"/>
    <dgm:cxn modelId="{5D8D5660-E81B-498C-AE11-36183D2769E2}" type="presParOf" srcId="{8000CC82-3512-48C3-AF11-76F442840107}" destId="{A4A70F68-1610-478C-B5AC-692990D558D2}" srcOrd="7" destOrd="0" presId="urn:microsoft.com/office/officeart/2005/8/layout/list1"/>
    <dgm:cxn modelId="{535FD124-C87A-4B97-8A42-C825C53C45F6}" type="presParOf" srcId="{8000CC82-3512-48C3-AF11-76F442840107}" destId="{DD42D5DF-653D-4038-8792-5FBBD0EEBCBF}" srcOrd="8" destOrd="0" presId="urn:microsoft.com/office/officeart/2005/8/layout/list1"/>
    <dgm:cxn modelId="{C1C160E3-74F8-498D-B147-07F550DF2C4E}" type="presParOf" srcId="{DD42D5DF-653D-4038-8792-5FBBD0EEBCBF}" destId="{18D323A6-DCB6-4353-BD51-E462D5D99872}" srcOrd="0" destOrd="0" presId="urn:microsoft.com/office/officeart/2005/8/layout/list1"/>
    <dgm:cxn modelId="{952D0265-6C5C-415F-AC1B-F14BDF767B8B}" type="presParOf" srcId="{DD42D5DF-653D-4038-8792-5FBBD0EEBCBF}" destId="{2DA143DB-A18E-4DB2-A2FD-6A3687CBF9E6}" srcOrd="1" destOrd="0" presId="urn:microsoft.com/office/officeart/2005/8/layout/list1"/>
    <dgm:cxn modelId="{DC581E0F-F5CF-4C1C-A311-2BC7E6BF8D7B}" type="presParOf" srcId="{8000CC82-3512-48C3-AF11-76F442840107}" destId="{D263D297-E19A-4ED8-B922-67C4949AC22B}" srcOrd="9" destOrd="0" presId="urn:microsoft.com/office/officeart/2005/8/layout/list1"/>
    <dgm:cxn modelId="{EB96C85B-D8AB-4AC1-977E-991D73322C00}" type="presParOf" srcId="{8000CC82-3512-48C3-AF11-76F442840107}" destId="{4D3EB5CD-7FEF-49E4-BAE1-1A7DF202150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AA3EC000-AEC1-4565-B852-33224F46128E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7D94500-B08B-48E7-BE33-B4004E800CAA}">
      <dgm:prSet/>
      <dgm:spPr/>
      <dgm:t>
        <a:bodyPr/>
        <a:lstStyle/>
        <a:p>
          <a:r>
            <a:rPr lang="en-US" b="0" i="0"/>
            <a:t>Write 5 sentences using:</a:t>
          </a:r>
          <a:endParaRPr lang="en-US"/>
        </a:p>
      </dgm:t>
    </dgm:pt>
    <dgm:pt modelId="{B9D74A16-40B4-48A8-AD64-E5B178F13D1D}" type="parTrans" cxnId="{FD4F0B17-E2BE-43B1-80B9-94A10CA25024}">
      <dgm:prSet/>
      <dgm:spPr/>
      <dgm:t>
        <a:bodyPr/>
        <a:lstStyle/>
        <a:p>
          <a:endParaRPr lang="en-US"/>
        </a:p>
      </dgm:t>
    </dgm:pt>
    <dgm:pt modelId="{60F538FC-FDB7-40E8-AE00-227082DC7F9B}" type="sibTrans" cxnId="{FD4F0B17-E2BE-43B1-80B9-94A10CA25024}">
      <dgm:prSet/>
      <dgm:spPr/>
      <dgm:t>
        <a:bodyPr/>
        <a:lstStyle/>
        <a:p>
          <a:endParaRPr lang="en-US"/>
        </a:p>
      </dgm:t>
    </dgm:pt>
    <dgm:pt modelId="{AD236B34-03E8-49BA-BB86-8542635072B3}">
      <dgm:prSet/>
      <dgm:spPr/>
      <dgm:t>
        <a:bodyPr/>
        <a:lstStyle/>
        <a:p>
          <a:r>
            <a:rPr lang="en-US" b="0" i="0"/>
            <a:t>• who</a:t>
          </a:r>
          <a:endParaRPr lang="en-US"/>
        </a:p>
      </dgm:t>
    </dgm:pt>
    <dgm:pt modelId="{7DD9BF44-AC2C-4496-959B-FE9D5C24C662}" type="parTrans" cxnId="{932D1EA6-F5B1-436C-A64A-BD3F13D3240B}">
      <dgm:prSet/>
      <dgm:spPr/>
      <dgm:t>
        <a:bodyPr/>
        <a:lstStyle/>
        <a:p>
          <a:endParaRPr lang="en-US"/>
        </a:p>
      </dgm:t>
    </dgm:pt>
    <dgm:pt modelId="{6913FA8E-2A92-4DC8-AB80-BFB3FE2A7734}" type="sibTrans" cxnId="{932D1EA6-F5B1-436C-A64A-BD3F13D3240B}">
      <dgm:prSet/>
      <dgm:spPr/>
      <dgm:t>
        <a:bodyPr/>
        <a:lstStyle/>
        <a:p>
          <a:endParaRPr lang="en-US"/>
        </a:p>
      </dgm:t>
    </dgm:pt>
    <dgm:pt modelId="{0547FDFC-F0DF-48B0-8B01-ED490D7AA2D3}">
      <dgm:prSet/>
      <dgm:spPr/>
      <dgm:t>
        <a:bodyPr/>
        <a:lstStyle/>
        <a:p>
          <a:r>
            <a:rPr lang="en-US" b="0" i="0"/>
            <a:t>• which</a:t>
          </a:r>
          <a:endParaRPr lang="en-US"/>
        </a:p>
      </dgm:t>
    </dgm:pt>
    <dgm:pt modelId="{A9F030A4-E7B7-4211-84D5-D5BE7F35FC6D}" type="parTrans" cxnId="{D4146588-FF21-47B7-AB99-BC9AB9B9B5EC}">
      <dgm:prSet/>
      <dgm:spPr/>
      <dgm:t>
        <a:bodyPr/>
        <a:lstStyle/>
        <a:p>
          <a:endParaRPr lang="en-US"/>
        </a:p>
      </dgm:t>
    </dgm:pt>
    <dgm:pt modelId="{C9C52484-0B5D-443E-B9C5-8B66339CF484}" type="sibTrans" cxnId="{D4146588-FF21-47B7-AB99-BC9AB9B9B5EC}">
      <dgm:prSet/>
      <dgm:spPr/>
      <dgm:t>
        <a:bodyPr/>
        <a:lstStyle/>
        <a:p>
          <a:endParaRPr lang="en-US"/>
        </a:p>
      </dgm:t>
    </dgm:pt>
    <dgm:pt modelId="{0DA730BA-E49E-43C7-93B7-E8791B945793}">
      <dgm:prSet/>
      <dgm:spPr/>
      <dgm:t>
        <a:bodyPr/>
        <a:lstStyle/>
        <a:p>
          <a:r>
            <a:rPr lang="en-US" b="0" i="0"/>
            <a:t>• whose</a:t>
          </a:r>
          <a:endParaRPr lang="en-US"/>
        </a:p>
      </dgm:t>
    </dgm:pt>
    <dgm:pt modelId="{94506709-91E8-4EF2-8A08-69FDBAD811C2}" type="parTrans" cxnId="{90C7FCA3-2533-4937-9235-B5BFB60E9FB7}">
      <dgm:prSet/>
      <dgm:spPr/>
      <dgm:t>
        <a:bodyPr/>
        <a:lstStyle/>
        <a:p>
          <a:endParaRPr lang="en-US"/>
        </a:p>
      </dgm:t>
    </dgm:pt>
    <dgm:pt modelId="{DEBB629E-BA5D-4BF7-80DC-97C6B1224B66}" type="sibTrans" cxnId="{90C7FCA3-2533-4937-9235-B5BFB60E9FB7}">
      <dgm:prSet/>
      <dgm:spPr/>
      <dgm:t>
        <a:bodyPr/>
        <a:lstStyle/>
        <a:p>
          <a:endParaRPr lang="en-US"/>
        </a:p>
      </dgm:t>
    </dgm:pt>
    <dgm:pt modelId="{39F4E413-0E0A-44A8-86DD-6F82EB4647EE}">
      <dgm:prSet/>
      <dgm:spPr/>
      <dgm:t>
        <a:bodyPr/>
        <a:lstStyle/>
        <a:p>
          <a:r>
            <a:rPr lang="en-US" b="0" i="0"/>
            <a:t>• where</a:t>
          </a:r>
          <a:endParaRPr lang="en-US"/>
        </a:p>
      </dgm:t>
    </dgm:pt>
    <dgm:pt modelId="{E64D6DA5-5134-4722-88C3-A6333524F568}" type="parTrans" cxnId="{A7ECB07D-E2B5-48C8-830A-0DF22AE1067D}">
      <dgm:prSet/>
      <dgm:spPr/>
      <dgm:t>
        <a:bodyPr/>
        <a:lstStyle/>
        <a:p>
          <a:endParaRPr lang="en-US"/>
        </a:p>
      </dgm:t>
    </dgm:pt>
    <dgm:pt modelId="{C7EA64DB-9BFD-42CE-A9D7-AD2B2998DD5F}" type="sibTrans" cxnId="{A7ECB07D-E2B5-48C8-830A-0DF22AE1067D}">
      <dgm:prSet/>
      <dgm:spPr/>
      <dgm:t>
        <a:bodyPr/>
        <a:lstStyle/>
        <a:p>
          <a:endParaRPr lang="en-US"/>
        </a:p>
      </dgm:t>
    </dgm:pt>
    <dgm:pt modelId="{D9FE630E-5D56-45C5-A052-7FEF6D29F514}">
      <dgm:prSet/>
      <dgm:spPr/>
      <dgm:t>
        <a:bodyPr/>
        <a:lstStyle/>
        <a:p>
          <a:r>
            <a:rPr lang="en-US" b="0" i="0"/>
            <a:t>• when</a:t>
          </a:r>
          <a:endParaRPr lang="en-US"/>
        </a:p>
      </dgm:t>
    </dgm:pt>
    <dgm:pt modelId="{855CE210-66C0-4994-9937-038FE5194167}" type="parTrans" cxnId="{F779241D-8F3A-4254-88C1-0E1DCF6B070B}">
      <dgm:prSet/>
      <dgm:spPr/>
      <dgm:t>
        <a:bodyPr/>
        <a:lstStyle/>
        <a:p>
          <a:endParaRPr lang="en-US"/>
        </a:p>
      </dgm:t>
    </dgm:pt>
    <dgm:pt modelId="{59D3B5B7-AF59-4656-9B48-673F2AF6D8B8}" type="sibTrans" cxnId="{F779241D-8F3A-4254-88C1-0E1DCF6B070B}">
      <dgm:prSet/>
      <dgm:spPr/>
      <dgm:t>
        <a:bodyPr/>
        <a:lstStyle/>
        <a:p>
          <a:endParaRPr lang="en-US"/>
        </a:p>
      </dgm:t>
    </dgm:pt>
    <dgm:pt modelId="{4AF21FD1-B1FC-40E0-8AA4-6B4371E14453}" type="pres">
      <dgm:prSet presAssocID="{AA3EC000-AEC1-4565-B852-33224F46128E}" presName="diagram" presStyleCnt="0">
        <dgm:presLayoutVars>
          <dgm:dir/>
          <dgm:resizeHandles val="exact"/>
        </dgm:presLayoutVars>
      </dgm:prSet>
      <dgm:spPr/>
    </dgm:pt>
    <dgm:pt modelId="{D4A2D147-B216-49F8-AD36-8718606FF48A}" type="pres">
      <dgm:prSet presAssocID="{E7D94500-B08B-48E7-BE33-B4004E800CAA}" presName="node" presStyleLbl="node1" presStyleIdx="0" presStyleCnt="6">
        <dgm:presLayoutVars>
          <dgm:bulletEnabled val="1"/>
        </dgm:presLayoutVars>
      </dgm:prSet>
      <dgm:spPr/>
    </dgm:pt>
    <dgm:pt modelId="{C63F46CB-1D3D-44F5-86C5-C970BE15C7F2}" type="pres">
      <dgm:prSet presAssocID="{60F538FC-FDB7-40E8-AE00-227082DC7F9B}" presName="sibTrans" presStyleCnt="0"/>
      <dgm:spPr/>
    </dgm:pt>
    <dgm:pt modelId="{FE66DA6E-719A-4C9F-A4B8-CDC0DDEB2D61}" type="pres">
      <dgm:prSet presAssocID="{AD236B34-03E8-49BA-BB86-8542635072B3}" presName="node" presStyleLbl="node1" presStyleIdx="1" presStyleCnt="6">
        <dgm:presLayoutVars>
          <dgm:bulletEnabled val="1"/>
        </dgm:presLayoutVars>
      </dgm:prSet>
      <dgm:spPr/>
    </dgm:pt>
    <dgm:pt modelId="{805691F9-DA72-4A19-AEF1-E08DE721051A}" type="pres">
      <dgm:prSet presAssocID="{6913FA8E-2A92-4DC8-AB80-BFB3FE2A7734}" presName="sibTrans" presStyleCnt="0"/>
      <dgm:spPr/>
    </dgm:pt>
    <dgm:pt modelId="{CDCCCB85-0F55-4E98-9E49-DA6B09AA09E7}" type="pres">
      <dgm:prSet presAssocID="{0547FDFC-F0DF-48B0-8B01-ED490D7AA2D3}" presName="node" presStyleLbl="node1" presStyleIdx="2" presStyleCnt="6">
        <dgm:presLayoutVars>
          <dgm:bulletEnabled val="1"/>
        </dgm:presLayoutVars>
      </dgm:prSet>
      <dgm:spPr/>
    </dgm:pt>
    <dgm:pt modelId="{B9F1A66F-72CC-4BF1-9B73-A1D79A100AAF}" type="pres">
      <dgm:prSet presAssocID="{C9C52484-0B5D-443E-B9C5-8B66339CF484}" presName="sibTrans" presStyleCnt="0"/>
      <dgm:spPr/>
    </dgm:pt>
    <dgm:pt modelId="{0D6E7442-DE81-4BF5-BBE5-76AC39B8DE73}" type="pres">
      <dgm:prSet presAssocID="{0DA730BA-E49E-43C7-93B7-E8791B945793}" presName="node" presStyleLbl="node1" presStyleIdx="3" presStyleCnt="6">
        <dgm:presLayoutVars>
          <dgm:bulletEnabled val="1"/>
        </dgm:presLayoutVars>
      </dgm:prSet>
      <dgm:spPr/>
    </dgm:pt>
    <dgm:pt modelId="{E75A76A7-0BBC-4722-9365-759FC137C995}" type="pres">
      <dgm:prSet presAssocID="{DEBB629E-BA5D-4BF7-80DC-97C6B1224B66}" presName="sibTrans" presStyleCnt="0"/>
      <dgm:spPr/>
    </dgm:pt>
    <dgm:pt modelId="{C8E5C4F8-BB2B-4B4E-93F1-915B6C0E9603}" type="pres">
      <dgm:prSet presAssocID="{39F4E413-0E0A-44A8-86DD-6F82EB4647EE}" presName="node" presStyleLbl="node1" presStyleIdx="4" presStyleCnt="6">
        <dgm:presLayoutVars>
          <dgm:bulletEnabled val="1"/>
        </dgm:presLayoutVars>
      </dgm:prSet>
      <dgm:spPr/>
    </dgm:pt>
    <dgm:pt modelId="{F494D313-978D-4EDC-8D99-CE11712689D6}" type="pres">
      <dgm:prSet presAssocID="{C7EA64DB-9BFD-42CE-A9D7-AD2B2998DD5F}" presName="sibTrans" presStyleCnt="0"/>
      <dgm:spPr/>
    </dgm:pt>
    <dgm:pt modelId="{BDE62D9E-9217-4A20-BE4A-B21DD3DF9BD1}" type="pres">
      <dgm:prSet presAssocID="{D9FE630E-5D56-45C5-A052-7FEF6D29F514}" presName="node" presStyleLbl="node1" presStyleIdx="5" presStyleCnt="6">
        <dgm:presLayoutVars>
          <dgm:bulletEnabled val="1"/>
        </dgm:presLayoutVars>
      </dgm:prSet>
      <dgm:spPr/>
    </dgm:pt>
  </dgm:ptLst>
  <dgm:cxnLst>
    <dgm:cxn modelId="{FD4F0B17-E2BE-43B1-80B9-94A10CA25024}" srcId="{AA3EC000-AEC1-4565-B852-33224F46128E}" destId="{E7D94500-B08B-48E7-BE33-B4004E800CAA}" srcOrd="0" destOrd="0" parTransId="{B9D74A16-40B4-48A8-AD64-E5B178F13D1D}" sibTransId="{60F538FC-FDB7-40E8-AE00-227082DC7F9B}"/>
    <dgm:cxn modelId="{F779241D-8F3A-4254-88C1-0E1DCF6B070B}" srcId="{AA3EC000-AEC1-4565-B852-33224F46128E}" destId="{D9FE630E-5D56-45C5-A052-7FEF6D29F514}" srcOrd="5" destOrd="0" parTransId="{855CE210-66C0-4994-9937-038FE5194167}" sibTransId="{59D3B5B7-AF59-4656-9B48-673F2AF6D8B8}"/>
    <dgm:cxn modelId="{64E6BE2A-94B3-461D-A3B9-F62A474FDF7D}" type="presOf" srcId="{AA3EC000-AEC1-4565-B852-33224F46128E}" destId="{4AF21FD1-B1FC-40E0-8AA4-6B4371E14453}" srcOrd="0" destOrd="0" presId="urn:microsoft.com/office/officeart/2005/8/layout/default"/>
    <dgm:cxn modelId="{95CE5C6E-C25D-4243-A453-FCB103EDE55A}" type="presOf" srcId="{AD236B34-03E8-49BA-BB86-8542635072B3}" destId="{FE66DA6E-719A-4C9F-A4B8-CDC0DDEB2D61}" srcOrd="0" destOrd="0" presId="urn:microsoft.com/office/officeart/2005/8/layout/default"/>
    <dgm:cxn modelId="{A7ECB07D-E2B5-48C8-830A-0DF22AE1067D}" srcId="{AA3EC000-AEC1-4565-B852-33224F46128E}" destId="{39F4E413-0E0A-44A8-86DD-6F82EB4647EE}" srcOrd="4" destOrd="0" parTransId="{E64D6DA5-5134-4722-88C3-A6333524F568}" sibTransId="{C7EA64DB-9BFD-42CE-A9D7-AD2B2998DD5F}"/>
    <dgm:cxn modelId="{D4146588-FF21-47B7-AB99-BC9AB9B9B5EC}" srcId="{AA3EC000-AEC1-4565-B852-33224F46128E}" destId="{0547FDFC-F0DF-48B0-8B01-ED490D7AA2D3}" srcOrd="2" destOrd="0" parTransId="{A9F030A4-E7B7-4211-84D5-D5BE7F35FC6D}" sibTransId="{C9C52484-0B5D-443E-B9C5-8B66339CF484}"/>
    <dgm:cxn modelId="{3080AF91-4D64-44A4-916A-5E1CADF7B851}" type="presOf" srcId="{E7D94500-B08B-48E7-BE33-B4004E800CAA}" destId="{D4A2D147-B216-49F8-AD36-8718606FF48A}" srcOrd="0" destOrd="0" presId="urn:microsoft.com/office/officeart/2005/8/layout/default"/>
    <dgm:cxn modelId="{6D12BC91-A1AE-412D-92F1-E4DFC4C83F6A}" type="presOf" srcId="{39F4E413-0E0A-44A8-86DD-6F82EB4647EE}" destId="{C8E5C4F8-BB2B-4B4E-93F1-915B6C0E9603}" srcOrd="0" destOrd="0" presId="urn:microsoft.com/office/officeart/2005/8/layout/default"/>
    <dgm:cxn modelId="{90C7FCA3-2533-4937-9235-B5BFB60E9FB7}" srcId="{AA3EC000-AEC1-4565-B852-33224F46128E}" destId="{0DA730BA-E49E-43C7-93B7-E8791B945793}" srcOrd="3" destOrd="0" parTransId="{94506709-91E8-4EF2-8A08-69FDBAD811C2}" sibTransId="{DEBB629E-BA5D-4BF7-80DC-97C6B1224B66}"/>
    <dgm:cxn modelId="{932D1EA6-F5B1-436C-A64A-BD3F13D3240B}" srcId="{AA3EC000-AEC1-4565-B852-33224F46128E}" destId="{AD236B34-03E8-49BA-BB86-8542635072B3}" srcOrd="1" destOrd="0" parTransId="{7DD9BF44-AC2C-4496-959B-FE9D5C24C662}" sibTransId="{6913FA8E-2A92-4DC8-AB80-BFB3FE2A7734}"/>
    <dgm:cxn modelId="{41AF81E7-AABD-4266-970D-AD11CBA18574}" type="presOf" srcId="{0DA730BA-E49E-43C7-93B7-E8791B945793}" destId="{0D6E7442-DE81-4BF5-BBE5-76AC39B8DE73}" srcOrd="0" destOrd="0" presId="urn:microsoft.com/office/officeart/2005/8/layout/default"/>
    <dgm:cxn modelId="{75B67FE8-1C7A-4699-92F3-08F28E9567E2}" type="presOf" srcId="{0547FDFC-F0DF-48B0-8B01-ED490D7AA2D3}" destId="{CDCCCB85-0F55-4E98-9E49-DA6B09AA09E7}" srcOrd="0" destOrd="0" presId="urn:microsoft.com/office/officeart/2005/8/layout/default"/>
    <dgm:cxn modelId="{091905EE-97EC-4846-A07C-35FB7A9D814A}" type="presOf" srcId="{D9FE630E-5D56-45C5-A052-7FEF6D29F514}" destId="{BDE62D9E-9217-4A20-BE4A-B21DD3DF9BD1}" srcOrd="0" destOrd="0" presId="urn:microsoft.com/office/officeart/2005/8/layout/default"/>
    <dgm:cxn modelId="{B9589C42-9F58-44D9-BEF1-7A67A80FA8A2}" type="presParOf" srcId="{4AF21FD1-B1FC-40E0-8AA4-6B4371E14453}" destId="{D4A2D147-B216-49F8-AD36-8718606FF48A}" srcOrd="0" destOrd="0" presId="urn:microsoft.com/office/officeart/2005/8/layout/default"/>
    <dgm:cxn modelId="{8A26F21A-08C9-4B4C-98FA-976CE0DC488C}" type="presParOf" srcId="{4AF21FD1-B1FC-40E0-8AA4-6B4371E14453}" destId="{C63F46CB-1D3D-44F5-86C5-C970BE15C7F2}" srcOrd="1" destOrd="0" presId="urn:microsoft.com/office/officeart/2005/8/layout/default"/>
    <dgm:cxn modelId="{4065F7B8-650D-4E52-8A63-C0E7D85DD59C}" type="presParOf" srcId="{4AF21FD1-B1FC-40E0-8AA4-6B4371E14453}" destId="{FE66DA6E-719A-4C9F-A4B8-CDC0DDEB2D61}" srcOrd="2" destOrd="0" presId="urn:microsoft.com/office/officeart/2005/8/layout/default"/>
    <dgm:cxn modelId="{A3872C0B-A77B-4835-A412-CFD6F18667B9}" type="presParOf" srcId="{4AF21FD1-B1FC-40E0-8AA4-6B4371E14453}" destId="{805691F9-DA72-4A19-AEF1-E08DE721051A}" srcOrd="3" destOrd="0" presId="urn:microsoft.com/office/officeart/2005/8/layout/default"/>
    <dgm:cxn modelId="{709123CD-B6DB-427F-829A-737782912B88}" type="presParOf" srcId="{4AF21FD1-B1FC-40E0-8AA4-6B4371E14453}" destId="{CDCCCB85-0F55-4E98-9E49-DA6B09AA09E7}" srcOrd="4" destOrd="0" presId="urn:microsoft.com/office/officeart/2005/8/layout/default"/>
    <dgm:cxn modelId="{8544D444-1318-458B-A006-585FB729BCE8}" type="presParOf" srcId="{4AF21FD1-B1FC-40E0-8AA4-6B4371E14453}" destId="{B9F1A66F-72CC-4BF1-9B73-A1D79A100AAF}" srcOrd="5" destOrd="0" presId="urn:microsoft.com/office/officeart/2005/8/layout/default"/>
    <dgm:cxn modelId="{AA8D6026-0E3E-4406-B151-D3D93FD20F47}" type="presParOf" srcId="{4AF21FD1-B1FC-40E0-8AA4-6B4371E14453}" destId="{0D6E7442-DE81-4BF5-BBE5-76AC39B8DE73}" srcOrd="6" destOrd="0" presId="urn:microsoft.com/office/officeart/2005/8/layout/default"/>
    <dgm:cxn modelId="{4BC1B58F-9A06-47E2-B60D-A2CF4314BEDE}" type="presParOf" srcId="{4AF21FD1-B1FC-40E0-8AA4-6B4371E14453}" destId="{E75A76A7-0BBC-4722-9365-759FC137C995}" srcOrd="7" destOrd="0" presId="urn:microsoft.com/office/officeart/2005/8/layout/default"/>
    <dgm:cxn modelId="{0EFB74F3-7384-4F35-AB79-61BF6031CF4F}" type="presParOf" srcId="{4AF21FD1-B1FC-40E0-8AA4-6B4371E14453}" destId="{C8E5C4F8-BB2B-4B4E-93F1-915B6C0E9603}" srcOrd="8" destOrd="0" presId="urn:microsoft.com/office/officeart/2005/8/layout/default"/>
    <dgm:cxn modelId="{1EA0CDD5-C995-4B45-A53C-7DC9CD8890C1}" type="presParOf" srcId="{4AF21FD1-B1FC-40E0-8AA4-6B4371E14453}" destId="{F494D313-978D-4EDC-8D99-CE11712689D6}" srcOrd="9" destOrd="0" presId="urn:microsoft.com/office/officeart/2005/8/layout/default"/>
    <dgm:cxn modelId="{92C25942-7A61-4C16-85F1-EBF5AC942F3B}" type="presParOf" srcId="{4AF21FD1-B1FC-40E0-8AA4-6B4371E14453}" destId="{BDE62D9E-9217-4A20-BE4A-B21DD3DF9BD1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217FCC-F298-47FA-A88B-6E0532EC4A75}">
      <dsp:nvSpPr>
        <dsp:cNvPr id="0" name=""/>
        <dsp:cNvSpPr/>
      </dsp:nvSpPr>
      <dsp:spPr>
        <a:xfrm>
          <a:off x="1880870" y="1871"/>
          <a:ext cx="7523481" cy="9695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976" tIns="246264" rIns="145976" bIns="24626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Understand what a relative pronoun is</a:t>
          </a:r>
        </a:p>
      </dsp:txBody>
      <dsp:txXfrm>
        <a:off x="1880870" y="1871"/>
        <a:ext cx="7523481" cy="969543"/>
      </dsp:txXfrm>
    </dsp:sp>
    <dsp:sp modelId="{E03F0256-9947-439D-8347-7FC52D54C9A5}">
      <dsp:nvSpPr>
        <dsp:cNvPr id="0" name=""/>
        <dsp:cNvSpPr/>
      </dsp:nvSpPr>
      <dsp:spPr>
        <a:xfrm>
          <a:off x="0" y="1871"/>
          <a:ext cx="1880870" cy="9695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29" tIns="95769" rIns="99529" bIns="9576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Understand</a:t>
          </a:r>
        </a:p>
      </dsp:txBody>
      <dsp:txXfrm>
        <a:off x="0" y="1871"/>
        <a:ext cx="1880870" cy="969543"/>
      </dsp:txXfrm>
    </dsp:sp>
    <dsp:sp modelId="{90F594E9-2B99-4109-AF3A-9E01B8A71619}">
      <dsp:nvSpPr>
        <dsp:cNvPr id="0" name=""/>
        <dsp:cNvSpPr/>
      </dsp:nvSpPr>
      <dsp:spPr>
        <a:xfrm>
          <a:off x="1880870" y="1029587"/>
          <a:ext cx="7523481" cy="969543"/>
        </a:xfrm>
        <a:prstGeom prst="rect">
          <a:avLst/>
        </a:prstGeom>
        <a:solidFill>
          <a:schemeClr val="accent2">
            <a:hueOff val="451605"/>
            <a:satOff val="-2211"/>
            <a:lumOff val="1242"/>
            <a:alphaOff val="0"/>
          </a:schemeClr>
        </a:solidFill>
        <a:ln w="19050" cap="rnd" cmpd="sng" algn="ctr">
          <a:solidFill>
            <a:schemeClr val="accent2">
              <a:hueOff val="451605"/>
              <a:satOff val="-2211"/>
              <a:lumOff val="124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976" tIns="246264" rIns="145976" bIns="24626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Identify relative pronouns in sentences</a:t>
          </a:r>
        </a:p>
      </dsp:txBody>
      <dsp:txXfrm>
        <a:off x="1880870" y="1029587"/>
        <a:ext cx="7523481" cy="969543"/>
      </dsp:txXfrm>
    </dsp:sp>
    <dsp:sp modelId="{07904F4B-3950-4C5E-A4B8-FD47E88E6F00}">
      <dsp:nvSpPr>
        <dsp:cNvPr id="0" name=""/>
        <dsp:cNvSpPr/>
      </dsp:nvSpPr>
      <dsp:spPr>
        <a:xfrm>
          <a:off x="0" y="1029587"/>
          <a:ext cx="1880870" cy="9695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451605"/>
              <a:satOff val="-2211"/>
              <a:lumOff val="124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29" tIns="95769" rIns="99529" bIns="9576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Identify</a:t>
          </a:r>
        </a:p>
      </dsp:txBody>
      <dsp:txXfrm>
        <a:off x="0" y="1029587"/>
        <a:ext cx="1880870" cy="969543"/>
      </dsp:txXfrm>
    </dsp:sp>
    <dsp:sp modelId="{7BB27F03-8AA6-49BA-97B7-670BD8AEB898}">
      <dsp:nvSpPr>
        <dsp:cNvPr id="0" name=""/>
        <dsp:cNvSpPr/>
      </dsp:nvSpPr>
      <dsp:spPr>
        <a:xfrm>
          <a:off x="1880870" y="2057303"/>
          <a:ext cx="7523481" cy="969543"/>
        </a:xfrm>
        <a:prstGeom prst="rect">
          <a:avLst/>
        </a:prstGeom>
        <a:solidFill>
          <a:schemeClr val="accent2">
            <a:hueOff val="903209"/>
            <a:satOff val="-4421"/>
            <a:lumOff val="2483"/>
            <a:alphaOff val="0"/>
          </a:schemeClr>
        </a:solidFill>
        <a:ln w="19050" cap="rnd" cmpd="sng" algn="ctr">
          <a:solidFill>
            <a:schemeClr val="accent2">
              <a:hueOff val="903209"/>
              <a:satOff val="-4421"/>
              <a:lumOff val="24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976" tIns="246264" rIns="145976" bIns="24626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 relative pronouns correctly</a:t>
          </a:r>
        </a:p>
      </dsp:txBody>
      <dsp:txXfrm>
        <a:off x="1880870" y="2057303"/>
        <a:ext cx="7523481" cy="969543"/>
      </dsp:txXfrm>
    </dsp:sp>
    <dsp:sp modelId="{7B46E122-E635-4FF8-BDD3-787952D8593E}">
      <dsp:nvSpPr>
        <dsp:cNvPr id="0" name=""/>
        <dsp:cNvSpPr/>
      </dsp:nvSpPr>
      <dsp:spPr>
        <a:xfrm>
          <a:off x="0" y="2057303"/>
          <a:ext cx="1880870" cy="9695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903209"/>
              <a:satOff val="-4421"/>
              <a:lumOff val="24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29" tIns="95769" rIns="99529" bIns="9576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</a:t>
          </a:r>
        </a:p>
      </dsp:txBody>
      <dsp:txXfrm>
        <a:off x="0" y="2057303"/>
        <a:ext cx="1880870" cy="969543"/>
      </dsp:txXfrm>
    </dsp:sp>
    <dsp:sp modelId="{2C0FA22E-2076-43A6-9273-EEA832AF9B1A}">
      <dsp:nvSpPr>
        <dsp:cNvPr id="0" name=""/>
        <dsp:cNvSpPr/>
      </dsp:nvSpPr>
      <dsp:spPr>
        <a:xfrm>
          <a:off x="1880870" y="3085019"/>
          <a:ext cx="7523481" cy="969543"/>
        </a:xfrm>
        <a:prstGeom prst="rect">
          <a:avLst/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accent2">
              <a:hueOff val="1354814"/>
              <a:satOff val="-6632"/>
              <a:lumOff val="37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976" tIns="246264" rIns="145976" bIns="24626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Avoid common mistakes</a:t>
          </a:r>
        </a:p>
      </dsp:txBody>
      <dsp:txXfrm>
        <a:off x="1880870" y="3085019"/>
        <a:ext cx="7523481" cy="969543"/>
      </dsp:txXfrm>
    </dsp:sp>
    <dsp:sp modelId="{6719CEFD-9506-4B2B-A165-4716F9A8FEC5}">
      <dsp:nvSpPr>
        <dsp:cNvPr id="0" name=""/>
        <dsp:cNvSpPr/>
      </dsp:nvSpPr>
      <dsp:spPr>
        <a:xfrm>
          <a:off x="0" y="3085019"/>
          <a:ext cx="1880870" cy="9695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1354814"/>
              <a:satOff val="-6632"/>
              <a:lumOff val="37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29" tIns="95769" rIns="99529" bIns="9576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Avoid</a:t>
          </a:r>
        </a:p>
      </dsp:txBody>
      <dsp:txXfrm>
        <a:off x="0" y="3085019"/>
        <a:ext cx="1880870" cy="9695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A3FD7C-834C-4BF4-AE91-ACEE57807736}">
      <dsp:nvSpPr>
        <dsp:cNvPr id="0" name=""/>
        <dsp:cNvSpPr/>
      </dsp:nvSpPr>
      <dsp:spPr>
        <a:xfrm>
          <a:off x="0" y="0"/>
          <a:ext cx="7523481" cy="8924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A relative pronoun introduces a relative clause</a:t>
          </a:r>
          <a:endParaRPr lang="en-US" sz="2300" kern="1200"/>
        </a:p>
      </dsp:txBody>
      <dsp:txXfrm>
        <a:off x="26138" y="26138"/>
        <a:ext cx="6485086" cy="840139"/>
      </dsp:txXfrm>
    </dsp:sp>
    <dsp:sp modelId="{06DCB98A-184D-4180-8D30-6513149EAC77}">
      <dsp:nvSpPr>
        <dsp:cNvPr id="0" name=""/>
        <dsp:cNvSpPr/>
      </dsp:nvSpPr>
      <dsp:spPr>
        <a:xfrm>
          <a:off x="630091" y="1054672"/>
          <a:ext cx="7523481" cy="892415"/>
        </a:xfrm>
        <a:prstGeom prst="roundRect">
          <a:avLst>
            <a:gd name="adj" fmla="val 10000"/>
          </a:avLst>
        </a:prstGeom>
        <a:solidFill>
          <a:schemeClr val="accent2">
            <a:hueOff val="451605"/>
            <a:satOff val="-2211"/>
            <a:lumOff val="124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It gives more information about a noun</a:t>
          </a:r>
          <a:endParaRPr lang="en-US" sz="2300" kern="1200"/>
        </a:p>
      </dsp:txBody>
      <dsp:txXfrm>
        <a:off x="656229" y="1080810"/>
        <a:ext cx="6261043" cy="840139"/>
      </dsp:txXfrm>
    </dsp:sp>
    <dsp:sp modelId="{DAA72529-03C4-473B-B633-82BBEB3462B2}">
      <dsp:nvSpPr>
        <dsp:cNvPr id="0" name=""/>
        <dsp:cNvSpPr/>
      </dsp:nvSpPr>
      <dsp:spPr>
        <a:xfrm>
          <a:off x="1250778" y="2109345"/>
          <a:ext cx="7523481" cy="892415"/>
        </a:xfrm>
        <a:prstGeom prst="roundRect">
          <a:avLst>
            <a:gd name="adj" fmla="val 10000"/>
          </a:avLst>
        </a:prstGeom>
        <a:solidFill>
          <a:schemeClr val="accent2">
            <a:hueOff val="903209"/>
            <a:satOff val="-4421"/>
            <a:lumOff val="248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It joins two clauses into one sentence</a:t>
          </a:r>
          <a:endParaRPr lang="en-US" sz="2300" kern="1200"/>
        </a:p>
      </dsp:txBody>
      <dsp:txXfrm>
        <a:off x="1276916" y="2135483"/>
        <a:ext cx="6270448" cy="840139"/>
      </dsp:txXfrm>
    </dsp:sp>
    <dsp:sp modelId="{BC3F8937-28E6-4FDE-91DE-FC6AC275FEC2}">
      <dsp:nvSpPr>
        <dsp:cNvPr id="0" name=""/>
        <dsp:cNvSpPr/>
      </dsp:nvSpPr>
      <dsp:spPr>
        <a:xfrm>
          <a:off x="1880870" y="3164018"/>
          <a:ext cx="7523481" cy="892415"/>
        </a:xfrm>
        <a:prstGeom prst="roundRect">
          <a:avLst>
            <a:gd name="adj" fmla="val 10000"/>
          </a:avLst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Example: The boy who is running is my brother.</a:t>
          </a:r>
          <a:endParaRPr lang="en-US" sz="2300" kern="1200"/>
        </a:p>
      </dsp:txBody>
      <dsp:txXfrm>
        <a:off x="1907008" y="3190156"/>
        <a:ext cx="6261043" cy="840139"/>
      </dsp:txXfrm>
    </dsp:sp>
    <dsp:sp modelId="{39D11DB7-583A-4A64-8063-0C77981C7BF9}">
      <dsp:nvSpPr>
        <dsp:cNvPr id="0" name=""/>
        <dsp:cNvSpPr/>
      </dsp:nvSpPr>
      <dsp:spPr>
        <a:xfrm>
          <a:off x="6943411" y="683509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073927" y="683509"/>
        <a:ext cx="319038" cy="436503"/>
      </dsp:txXfrm>
    </dsp:sp>
    <dsp:sp modelId="{0C6935FD-D66C-4948-9E6E-742E81384D76}">
      <dsp:nvSpPr>
        <dsp:cNvPr id="0" name=""/>
        <dsp:cNvSpPr/>
      </dsp:nvSpPr>
      <dsp:spPr>
        <a:xfrm>
          <a:off x="7573503" y="1738181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814885"/>
            <a:satOff val="-2356"/>
            <a:lumOff val="-5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814885"/>
              <a:satOff val="-2356"/>
              <a:lumOff val="-5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704019" y="1738181"/>
        <a:ext cx="319038" cy="436503"/>
      </dsp:txXfrm>
    </dsp:sp>
    <dsp:sp modelId="{C13BC32B-92E6-4039-B1AE-3E63BF3A96DE}">
      <dsp:nvSpPr>
        <dsp:cNvPr id="0" name=""/>
        <dsp:cNvSpPr/>
      </dsp:nvSpPr>
      <dsp:spPr>
        <a:xfrm>
          <a:off x="8194190" y="2792854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29769"/>
            <a:satOff val="-4713"/>
            <a:lumOff val="-10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629769"/>
              <a:satOff val="-4713"/>
              <a:lumOff val="-1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8324706" y="2792854"/>
        <a:ext cx="319038" cy="4365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1F2CE8-88DA-46C2-8F90-0A517800685E}">
      <dsp:nvSpPr>
        <dsp:cNvPr id="0" name=""/>
        <dsp:cNvSpPr/>
      </dsp:nvSpPr>
      <dsp:spPr>
        <a:xfrm>
          <a:off x="3192" y="858242"/>
          <a:ext cx="2279090" cy="14472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F48C71-AC52-4945-BEB9-3931CE564FF6}">
      <dsp:nvSpPr>
        <dsp:cNvPr id="0" name=""/>
        <dsp:cNvSpPr/>
      </dsp:nvSpPr>
      <dsp:spPr>
        <a:xfrm>
          <a:off x="256424" y="1098812"/>
          <a:ext cx="2279090" cy="14472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To avoid repetition</a:t>
          </a:r>
          <a:endParaRPr lang="en-US" sz="2100" kern="1200"/>
        </a:p>
      </dsp:txBody>
      <dsp:txXfrm>
        <a:off x="298812" y="1141200"/>
        <a:ext cx="2194314" cy="1362446"/>
      </dsp:txXfrm>
    </dsp:sp>
    <dsp:sp modelId="{FDAF88E0-C213-487E-8F80-BEC921CAF5C8}">
      <dsp:nvSpPr>
        <dsp:cNvPr id="0" name=""/>
        <dsp:cNvSpPr/>
      </dsp:nvSpPr>
      <dsp:spPr>
        <a:xfrm>
          <a:off x="2788746" y="858242"/>
          <a:ext cx="2279090" cy="14472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E281B7-DF7E-4D70-8B87-E8F3078B7F62}">
      <dsp:nvSpPr>
        <dsp:cNvPr id="0" name=""/>
        <dsp:cNvSpPr/>
      </dsp:nvSpPr>
      <dsp:spPr>
        <a:xfrm>
          <a:off x="3041978" y="1098812"/>
          <a:ext cx="2279090" cy="14472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To make sentences clearer</a:t>
          </a:r>
          <a:endParaRPr lang="en-US" sz="2100" kern="1200"/>
        </a:p>
      </dsp:txBody>
      <dsp:txXfrm>
        <a:off x="3084366" y="1141200"/>
        <a:ext cx="2194314" cy="1362446"/>
      </dsp:txXfrm>
    </dsp:sp>
    <dsp:sp modelId="{FF7A4211-52F0-47C7-AA42-19812B918C14}">
      <dsp:nvSpPr>
        <dsp:cNvPr id="0" name=""/>
        <dsp:cNvSpPr/>
      </dsp:nvSpPr>
      <dsp:spPr>
        <a:xfrm>
          <a:off x="5574301" y="858242"/>
          <a:ext cx="2279090" cy="14472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76E75F-7EFF-4822-A324-DAE7D8D475CA}">
      <dsp:nvSpPr>
        <dsp:cNvPr id="0" name=""/>
        <dsp:cNvSpPr/>
      </dsp:nvSpPr>
      <dsp:spPr>
        <a:xfrm>
          <a:off x="5827533" y="1098812"/>
          <a:ext cx="2279090" cy="14472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To add extra information</a:t>
          </a:r>
          <a:endParaRPr lang="en-US" sz="2100" kern="1200"/>
        </a:p>
      </dsp:txBody>
      <dsp:txXfrm>
        <a:off x="5869921" y="1141200"/>
        <a:ext cx="2194314" cy="1362446"/>
      </dsp:txXfrm>
    </dsp:sp>
    <dsp:sp modelId="{759F8AE6-67F4-46D5-BE34-B680E7860527}">
      <dsp:nvSpPr>
        <dsp:cNvPr id="0" name=""/>
        <dsp:cNvSpPr/>
      </dsp:nvSpPr>
      <dsp:spPr>
        <a:xfrm>
          <a:off x="8359855" y="858242"/>
          <a:ext cx="2279090" cy="14472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19A5BB-EE59-4E79-B3CE-CA624AC0CF1F}">
      <dsp:nvSpPr>
        <dsp:cNvPr id="0" name=""/>
        <dsp:cNvSpPr/>
      </dsp:nvSpPr>
      <dsp:spPr>
        <a:xfrm>
          <a:off x="8613087" y="1098812"/>
          <a:ext cx="2279090" cy="14472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Example: The girl who won the prize is my friend.</a:t>
          </a:r>
          <a:endParaRPr lang="en-US" sz="2100" kern="1200"/>
        </a:p>
      </dsp:txBody>
      <dsp:txXfrm>
        <a:off x="8655475" y="1141200"/>
        <a:ext cx="2194314" cy="13624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49108D-C546-4159-8D04-8581FE60BC2B}">
      <dsp:nvSpPr>
        <dsp:cNvPr id="0" name=""/>
        <dsp:cNvSpPr/>
      </dsp:nvSpPr>
      <dsp:spPr>
        <a:xfrm>
          <a:off x="3192" y="56128"/>
          <a:ext cx="2532322" cy="15193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Who – people (subject)</a:t>
          </a:r>
          <a:endParaRPr lang="en-US" sz="2600" kern="1200"/>
        </a:p>
      </dsp:txBody>
      <dsp:txXfrm>
        <a:off x="3192" y="56128"/>
        <a:ext cx="2532322" cy="1519393"/>
      </dsp:txXfrm>
    </dsp:sp>
    <dsp:sp modelId="{7F18DA37-351A-4E50-ACF2-8B97BFCF1088}">
      <dsp:nvSpPr>
        <dsp:cNvPr id="0" name=""/>
        <dsp:cNvSpPr/>
      </dsp:nvSpPr>
      <dsp:spPr>
        <a:xfrm>
          <a:off x="2788746" y="56128"/>
          <a:ext cx="2532322" cy="1519393"/>
        </a:xfrm>
        <a:prstGeom prst="rect">
          <a:avLst/>
        </a:prstGeom>
        <a:solidFill>
          <a:schemeClr val="accent5">
            <a:hueOff val="891034"/>
            <a:satOff val="-573"/>
            <a:lumOff val="39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Whom – people (object)</a:t>
          </a:r>
          <a:endParaRPr lang="en-US" sz="2600" kern="1200"/>
        </a:p>
      </dsp:txBody>
      <dsp:txXfrm>
        <a:off x="2788746" y="56128"/>
        <a:ext cx="2532322" cy="1519393"/>
      </dsp:txXfrm>
    </dsp:sp>
    <dsp:sp modelId="{C03355D5-5DC9-4151-84A7-472EAD976B28}">
      <dsp:nvSpPr>
        <dsp:cNvPr id="0" name=""/>
        <dsp:cNvSpPr/>
      </dsp:nvSpPr>
      <dsp:spPr>
        <a:xfrm>
          <a:off x="5574301" y="56128"/>
          <a:ext cx="2532322" cy="1519393"/>
        </a:xfrm>
        <a:prstGeom prst="rect">
          <a:avLst/>
        </a:prstGeom>
        <a:solidFill>
          <a:schemeClr val="accent5">
            <a:hueOff val="1782068"/>
            <a:satOff val="-1147"/>
            <a:lumOff val="78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Whose – possession</a:t>
          </a:r>
          <a:endParaRPr lang="en-US" sz="2600" kern="1200"/>
        </a:p>
      </dsp:txBody>
      <dsp:txXfrm>
        <a:off x="5574301" y="56128"/>
        <a:ext cx="2532322" cy="1519393"/>
      </dsp:txXfrm>
    </dsp:sp>
    <dsp:sp modelId="{BB23B7E9-4C27-412D-B165-05F24445C6B1}">
      <dsp:nvSpPr>
        <dsp:cNvPr id="0" name=""/>
        <dsp:cNvSpPr/>
      </dsp:nvSpPr>
      <dsp:spPr>
        <a:xfrm>
          <a:off x="8359855" y="56128"/>
          <a:ext cx="2532322" cy="1519393"/>
        </a:xfrm>
        <a:prstGeom prst="rect">
          <a:avLst/>
        </a:prstGeom>
        <a:solidFill>
          <a:schemeClr val="accent5">
            <a:hueOff val="2673102"/>
            <a:satOff val="-1720"/>
            <a:lumOff val="117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Which – things/animals</a:t>
          </a:r>
          <a:endParaRPr lang="en-US" sz="2600" kern="1200"/>
        </a:p>
      </dsp:txBody>
      <dsp:txXfrm>
        <a:off x="8359855" y="56128"/>
        <a:ext cx="2532322" cy="1519393"/>
      </dsp:txXfrm>
    </dsp:sp>
    <dsp:sp modelId="{1293A4F1-7FCE-4FF2-A7FE-D6C0F8C81F7A}">
      <dsp:nvSpPr>
        <dsp:cNvPr id="0" name=""/>
        <dsp:cNvSpPr/>
      </dsp:nvSpPr>
      <dsp:spPr>
        <a:xfrm>
          <a:off x="3192" y="1828754"/>
          <a:ext cx="2532322" cy="1519393"/>
        </a:xfrm>
        <a:prstGeom prst="rect">
          <a:avLst/>
        </a:prstGeom>
        <a:solidFill>
          <a:schemeClr val="accent5">
            <a:hueOff val="3564136"/>
            <a:satOff val="-2293"/>
            <a:lumOff val="156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That – people &amp; things</a:t>
          </a:r>
          <a:endParaRPr lang="en-US" sz="2600" kern="1200"/>
        </a:p>
      </dsp:txBody>
      <dsp:txXfrm>
        <a:off x="3192" y="1828754"/>
        <a:ext cx="2532322" cy="1519393"/>
      </dsp:txXfrm>
    </dsp:sp>
    <dsp:sp modelId="{CBC3EA54-80A4-461D-91C5-CED06003B5DF}">
      <dsp:nvSpPr>
        <dsp:cNvPr id="0" name=""/>
        <dsp:cNvSpPr/>
      </dsp:nvSpPr>
      <dsp:spPr>
        <a:xfrm>
          <a:off x="2788746" y="1828754"/>
          <a:ext cx="2532322" cy="1519393"/>
        </a:xfrm>
        <a:prstGeom prst="rect">
          <a:avLst/>
        </a:prstGeom>
        <a:solidFill>
          <a:schemeClr val="accent5">
            <a:hueOff val="4455170"/>
            <a:satOff val="-2866"/>
            <a:lumOff val="196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Where – place</a:t>
          </a:r>
          <a:endParaRPr lang="en-US" sz="2600" kern="1200"/>
        </a:p>
      </dsp:txBody>
      <dsp:txXfrm>
        <a:off x="2788746" y="1828754"/>
        <a:ext cx="2532322" cy="1519393"/>
      </dsp:txXfrm>
    </dsp:sp>
    <dsp:sp modelId="{0127355B-A4CA-4DD9-8233-CE8C6FA1F51B}">
      <dsp:nvSpPr>
        <dsp:cNvPr id="0" name=""/>
        <dsp:cNvSpPr/>
      </dsp:nvSpPr>
      <dsp:spPr>
        <a:xfrm>
          <a:off x="5574301" y="1828754"/>
          <a:ext cx="2532322" cy="1519393"/>
        </a:xfrm>
        <a:prstGeom prst="rect">
          <a:avLst/>
        </a:prstGeom>
        <a:solidFill>
          <a:schemeClr val="accent5">
            <a:hueOff val="5346204"/>
            <a:satOff val="-3440"/>
            <a:lumOff val="235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When – time</a:t>
          </a:r>
          <a:endParaRPr lang="en-US" sz="2600" kern="1200"/>
        </a:p>
      </dsp:txBody>
      <dsp:txXfrm>
        <a:off x="5574301" y="1828754"/>
        <a:ext cx="2532322" cy="1519393"/>
      </dsp:txXfrm>
    </dsp:sp>
    <dsp:sp modelId="{41C3021B-F47A-4E55-B2FF-CF4773B967A6}">
      <dsp:nvSpPr>
        <dsp:cNvPr id="0" name=""/>
        <dsp:cNvSpPr/>
      </dsp:nvSpPr>
      <dsp:spPr>
        <a:xfrm>
          <a:off x="8359855" y="1828754"/>
          <a:ext cx="2532322" cy="1519393"/>
        </a:xfrm>
        <a:prstGeom prst="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Why – reason</a:t>
          </a:r>
          <a:endParaRPr lang="en-US" sz="2600" kern="1200"/>
        </a:p>
      </dsp:txBody>
      <dsp:txXfrm>
        <a:off x="8359855" y="1828754"/>
        <a:ext cx="2532322" cy="15193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2CAAC-9239-41BF-80FF-C9C80ED19AA7}">
      <dsp:nvSpPr>
        <dsp:cNvPr id="0" name=""/>
        <dsp:cNvSpPr/>
      </dsp:nvSpPr>
      <dsp:spPr>
        <a:xfrm>
          <a:off x="0" y="0"/>
          <a:ext cx="8716296" cy="7489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Used for people as the subject</a:t>
          </a:r>
          <a:endParaRPr lang="en-US" sz="3200" kern="1200"/>
        </a:p>
      </dsp:txBody>
      <dsp:txXfrm>
        <a:off x="21936" y="21936"/>
        <a:ext cx="7844844" cy="705068"/>
      </dsp:txXfrm>
    </dsp:sp>
    <dsp:sp modelId="{BB82F64D-43FC-47B4-85E3-2D595EF2E1AF}">
      <dsp:nvSpPr>
        <dsp:cNvPr id="0" name=""/>
        <dsp:cNvSpPr/>
      </dsp:nvSpPr>
      <dsp:spPr>
        <a:xfrm>
          <a:off x="729989" y="885112"/>
          <a:ext cx="8716296" cy="7489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Examples:</a:t>
          </a:r>
          <a:endParaRPr lang="en-US" sz="3200" kern="1200"/>
        </a:p>
      </dsp:txBody>
      <dsp:txXfrm>
        <a:off x="751925" y="907048"/>
        <a:ext cx="7455622" cy="705068"/>
      </dsp:txXfrm>
    </dsp:sp>
    <dsp:sp modelId="{080413C7-E1F2-4974-B3E5-ABBBD1A3B1C8}">
      <dsp:nvSpPr>
        <dsp:cNvPr id="0" name=""/>
        <dsp:cNvSpPr/>
      </dsp:nvSpPr>
      <dsp:spPr>
        <a:xfrm>
          <a:off x="1449084" y="1770224"/>
          <a:ext cx="8716296" cy="7489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• The man who teaches us is kind.</a:t>
          </a:r>
          <a:endParaRPr lang="en-US" sz="3200" kern="1200"/>
        </a:p>
      </dsp:txBody>
      <dsp:txXfrm>
        <a:off x="1471020" y="1792160"/>
        <a:ext cx="7466517" cy="705068"/>
      </dsp:txXfrm>
    </dsp:sp>
    <dsp:sp modelId="{A9AE12F0-33C9-4066-AA6D-E28C07598C4C}">
      <dsp:nvSpPr>
        <dsp:cNvPr id="0" name=""/>
        <dsp:cNvSpPr/>
      </dsp:nvSpPr>
      <dsp:spPr>
        <a:xfrm>
          <a:off x="2179074" y="2655336"/>
          <a:ext cx="8716296" cy="7489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• She is the girl who won the race.</a:t>
          </a:r>
          <a:endParaRPr lang="en-US" sz="3200" kern="1200"/>
        </a:p>
      </dsp:txBody>
      <dsp:txXfrm>
        <a:off x="2201010" y="2677272"/>
        <a:ext cx="7455622" cy="705068"/>
      </dsp:txXfrm>
    </dsp:sp>
    <dsp:sp modelId="{DDD500D2-5F3B-49D5-B3F0-B2CB8E116EC2}">
      <dsp:nvSpPr>
        <dsp:cNvPr id="0" name=""/>
        <dsp:cNvSpPr/>
      </dsp:nvSpPr>
      <dsp:spPr>
        <a:xfrm>
          <a:off x="8229484" y="573620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339016" y="573620"/>
        <a:ext cx="267747" cy="366325"/>
      </dsp:txXfrm>
    </dsp:sp>
    <dsp:sp modelId="{8D50545E-BF84-481E-8D0A-8734A90C2F85}">
      <dsp:nvSpPr>
        <dsp:cNvPr id="0" name=""/>
        <dsp:cNvSpPr/>
      </dsp:nvSpPr>
      <dsp:spPr>
        <a:xfrm>
          <a:off x="8959474" y="1458732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069006" y="1458732"/>
        <a:ext cx="267747" cy="366325"/>
      </dsp:txXfrm>
    </dsp:sp>
    <dsp:sp modelId="{D7B56A74-3CB8-4141-BBA9-15BC240F50AE}">
      <dsp:nvSpPr>
        <dsp:cNvPr id="0" name=""/>
        <dsp:cNvSpPr/>
      </dsp:nvSpPr>
      <dsp:spPr>
        <a:xfrm>
          <a:off x="9678568" y="2343844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788100" y="2343844"/>
        <a:ext cx="267747" cy="3663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87C844-786D-4910-80C4-65FB9032CE51}">
      <dsp:nvSpPr>
        <dsp:cNvPr id="0" name=""/>
        <dsp:cNvSpPr/>
      </dsp:nvSpPr>
      <dsp:spPr>
        <a:xfrm>
          <a:off x="0" y="0"/>
          <a:ext cx="8716296" cy="7489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Used for people as the object</a:t>
          </a:r>
          <a:endParaRPr lang="en-US" sz="2900" kern="1200"/>
        </a:p>
      </dsp:txBody>
      <dsp:txXfrm>
        <a:off x="21936" y="21936"/>
        <a:ext cx="7844844" cy="705068"/>
      </dsp:txXfrm>
    </dsp:sp>
    <dsp:sp modelId="{7D1EDD39-ED62-4FC3-A70F-A0583DB60088}">
      <dsp:nvSpPr>
        <dsp:cNvPr id="0" name=""/>
        <dsp:cNvSpPr/>
      </dsp:nvSpPr>
      <dsp:spPr>
        <a:xfrm>
          <a:off x="729989" y="885112"/>
          <a:ext cx="8716296" cy="7489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Examples:</a:t>
          </a:r>
          <a:endParaRPr lang="en-US" sz="2900" kern="1200"/>
        </a:p>
      </dsp:txBody>
      <dsp:txXfrm>
        <a:off x="751925" y="907048"/>
        <a:ext cx="7455622" cy="705068"/>
      </dsp:txXfrm>
    </dsp:sp>
    <dsp:sp modelId="{56281C56-BA42-404F-BBE5-DD46D2C1DD1B}">
      <dsp:nvSpPr>
        <dsp:cNvPr id="0" name=""/>
        <dsp:cNvSpPr/>
      </dsp:nvSpPr>
      <dsp:spPr>
        <a:xfrm>
          <a:off x="1449084" y="1770224"/>
          <a:ext cx="8716296" cy="7489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• The teacher whom we respect is strict.</a:t>
          </a:r>
          <a:endParaRPr lang="en-US" sz="2900" kern="1200"/>
        </a:p>
      </dsp:txBody>
      <dsp:txXfrm>
        <a:off x="1471020" y="1792160"/>
        <a:ext cx="7466517" cy="705068"/>
      </dsp:txXfrm>
    </dsp:sp>
    <dsp:sp modelId="{F03EC11A-4B43-40A7-ABFF-B86845596B29}">
      <dsp:nvSpPr>
        <dsp:cNvPr id="0" name=""/>
        <dsp:cNvSpPr/>
      </dsp:nvSpPr>
      <dsp:spPr>
        <a:xfrm>
          <a:off x="2179074" y="2655336"/>
          <a:ext cx="8716296" cy="7489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• The boy whom I met was friendly.</a:t>
          </a:r>
          <a:endParaRPr lang="en-US" sz="2900" kern="1200"/>
        </a:p>
      </dsp:txBody>
      <dsp:txXfrm>
        <a:off x="2201010" y="2677272"/>
        <a:ext cx="7455622" cy="705068"/>
      </dsp:txXfrm>
    </dsp:sp>
    <dsp:sp modelId="{D78ECF78-F48E-48BE-8AC0-C2FE5D1BF57A}">
      <dsp:nvSpPr>
        <dsp:cNvPr id="0" name=""/>
        <dsp:cNvSpPr/>
      </dsp:nvSpPr>
      <dsp:spPr>
        <a:xfrm>
          <a:off x="8229484" y="573620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339016" y="573620"/>
        <a:ext cx="267747" cy="366325"/>
      </dsp:txXfrm>
    </dsp:sp>
    <dsp:sp modelId="{C8FD4714-899E-4F78-8595-D3C8A94ABB0E}">
      <dsp:nvSpPr>
        <dsp:cNvPr id="0" name=""/>
        <dsp:cNvSpPr/>
      </dsp:nvSpPr>
      <dsp:spPr>
        <a:xfrm>
          <a:off x="8959474" y="1458732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069006" y="1458732"/>
        <a:ext cx="267747" cy="366325"/>
      </dsp:txXfrm>
    </dsp:sp>
    <dsp:sp modelId="{29EBAD09-0124-4A5B-BDD0-2DE44B1FFB3E}">
      <dsp:nvSpPr>
        <dsp:cNvPr id="0" name=""/>
        <dsp:cNvSpPr/>
      </dsp:nvSpPr>
      <dsp:spPr>
        <a:xfrm>
          <a:off x="9678568" y="2343844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788100" y="2343844"/>
        <a:ext cx="267747" cy="3663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A4791-097C-4DB8-9D68-7A9D00CEAE65}">
      <dsp:nvSpPr>
        <dsp:cNvPr id="0" name=""/>
        <dsp:cNvSpPr/>
      </dsp:nvSpPr>
      <dsp:spPr>
        <a:xfrm>
          <a:off x="0" y="0"/>
          <a:ext cx="8716296" cy="7489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Shows possession</a:t>
          </a:r>
          <a:endParaRPr lang="en-US" sz="3100" kern="1200"/>
        </a:p>
      </dsp:txBody>
      <dsp:txXfrm>
        <a:off x="21936" y="21936"/>
        <a:ext cx="7844844" cy="705068"/>
      </dsp:txXfrm>
    </dsp:sp>
    <dsp:sp modelId="{FBFB4B0B-6D5F-42D7-ACED-CF8EF602175D}">
      <dsp:nvSpPr>
        <dsp:cNvPr id="0" name=""/>
        <dsp:cNvSpPr/>
      </dsp:nvSpPr>
      <dsp:spPr>
        <a:xfrm>
          <a:off x="729989" y="885112"/>
          <a:ext cx="8716296" cy="7489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Examples:</a:t>
          </a:r>
          <a:endParaRPr lang="en-US" sz="3100" kern="1200"/>
        </a:p>
      </dsp:txBody>
      <dsp:txXfrm>
        <a:off x="751925" y="907048"/>
        <a:ext cx="7455622" cy="705068"/>
      </dsp:txXfrm>
    </dsp:sp>
    <dsp:sp modelId="{B64206BD-2E26-4C8D-A04D-7FD4535F98D4}">
      <dsp:nvSpPr>
        <dsp:cNvPr id="0" name=""/>
        <dsp:cNvSpPr/>
      </dsp:nvSpPr>
      <dsp:spPr>
        <a:xfrm>
          <a:off x="1449084" y="1770224"/>
          <a:ext cx="8716296" cy="7489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• The girl whose bag is lost is crying.</a:t>
          </a:r>
          <a:endParaRPr lang="en-US" sz="3100" kern="1200"/>
        </a:p>
      </dsp:txBody>
      <dsp:txXfrm>
        <a:off x="1471020" y="1792160"/>
        <a:ext cx="7466517" cy="705068"/>
      </dsp:txXfrm>
    </dsp:sp>
    <dsp:sp modelId="{A7C0909F-B00A-4951-A399-AAFCEC9A72D0}">
      <dsp:nvSpPr>
        <dsp:cNvPr id="0" name=""/>
        <dsp:cNvSpPr/>
      </dsp:nvSpPr>
      <dsp:spPr>
        <a:xfrm>
          <a:off x="2179074" y="2655336"/>
          <a:ext cx="8716296" cy="7489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• I met a man whose son is a doctor.</a:t>
          </a:r>
          <a:endParaRPr lang="en-US" sz="3100" kern="1200"/>
        </a:p>
      </dsp:txBody>
      <dsp:txXfrm>
        <a:off x="2201010" y="2677272"/>
        <a:ext cx="7455622" cy="705068"/>
      </dsp:txXfrm>
    </dsp:sp>
    <dsp:sp modelId="{0017F6DB-039C-411A-93E1-AC1D71A8A341}">
      <dsp:nvSpPr>
        <dsp:cNvPr id="0" name=""/>
        <dsp:cNvSpPr/>
      </dsp:nvSpPr>
      <dsp:spPr>
        <a:xfrm>
          <a:off x="8229484" y="573620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339016" y="573620"/>
        <a:ext cx="267747" cy="366325"/>
      </dsp:txXfrm>
    </dsp:sp>
    <dsp:sp modelId="{9A03EA72-21D0-4FAD-A412-582945EC57ED}">
      <dsp:nvSpPr>
        <dsp:cNvPr id="0" name=""/>
        <dsp:cNvSpPr/>
      </dsp:nvSpPr>
      <dsp:spPr>
        <a:xfrm>
          <a:off x="8959474" y="1458732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069006" y="1458732"/>
        <a:ext cx="267747" cy="366325"/>
      </dsp:txXfrm>
    </dsp:sp>
    <dsp:sp modelId="{1F5B9761-744E-4112-9008-1FAB922CF8D0}">
      <dsp:nvSpPr>
        <dsp:cNvPr id="0" name=""/>
        <dsp:cNvSpPr/>
      </dsp:nvSpPr>
      <dsp:spPr>
        <a:xfrm>
          <a:off x="9678568" y="2343844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788100" y="2343844"/>
        <a:ext cx="267747" cy="36632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C7CCB3-23F6-40CD-AA58-AF9A7DA434D0}">
      <dsp:nvSpPr>
        <dsp:cNvPr id="0" name=""/>
        <dsp:cNvSpPr/>
      </dsp:nvSpPr>
      <dsp:spPr>
        <a:xfrm>
          <a:off x="0" y="0"/>
          <a:ext cx="8716296" cy="7489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Used for things and animals</a:t>
          </a:r>
          <a:endParaRPr lang="en-US" sz="2800" kern="1200"/>
        </a:p>
      </dsp:txBody>
      <dsp:txXfrm>
        <a:off x="21936" y="21936"/>
        <a:ext cx="7844844" cy="705068"/>
      </dsp:txXfrm>
    </dsp:sp>
    <dsp:sp modelId="{3168A3A6-722C-4B6B-9F39-2C78AD64FEC2}">
      <dsp:nvSpPr>
        <dsp:cNvPr id="0" name=""/>
        <dsp:cNvSpPr/>
      </dsp:nvSpPr>
      <dsp:spPr>
        <a:xfrm>
          <a:off x="729989" y="885112"/>
          <a:ext cx="8716296" cy="7489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Examples:</a:t>
          </a:r>
          <a:endParaRPr lang="en-US" sz="2800" kern="1200"/>
        </a:p>
      </dsp:txBody>
      <dsp:txXfrm>
        <a:off x="751925" y="907048"/>
        <a:ext cx="7455622" cy="705068"/>
      </dsp:txXfrm>
    </dsp:sp>
    <dsp:sp modelId="{38D365F5-7B80-430D-9807-4464C85FE0B7}">
      <dsp:nvSpPr>
        <dsp:cNvPr id="0" name=""/>
        <dsp:cNvSpPr/>
      </dsp:nvSpPr>
      <dsp:spPr>
        <a:xfrm>
          <a:off x="1449084" y="1770224"/>
          <a:ext cx="8716296" cy="7489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• The book which I bought is new.</a:t>
          </a:r>
          <a:endParaRPr lang="en-US" sz="2800" kern="1200"/>
        </a:p>
      </dsp:txBody>
      <dsp:txXfrm>
        <a:off x="1471020" y="1792160"/>
        <a:ext cx="7466517" cy="705068"/>
      </dsp:txXfrm>
    </dsp:sp>
    <dsp:sp modelId="{6011B1D7-19F0-4EA4-9309-45677DAFB16E}">
      <dsp:nvSpPr>
        <dsp:cNvPr id="0" name=""/>
        <dsp:cNvSpPr/>
      </dsp:nvSpPr>
      <dsp:spPr>
        <a:xfrm>
          <a:off x="2179074" y="2655336"/>
          <a:ext cx="8716296" cy="7489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• The dog which barked loudly ran away.</a:t>
          </a:r>
          <a:endParaRPr lang="en-US" sz="2800" kern="1200"/>
        </a:p>
      </dsp:txBody>
      <dsp:txXfrm>
        <a:off x="2201010" y="2677272"/>
        <a:ext cx="7455622" cy="705068"/>
      </dsp:txXfrm>
    </dsp:sp>
    <dsp:sp modelId="{2DB13B7D-011C-49D9-9BA6-1BF0ECDA1110}">
      <dsp:nvSpPr>
        <dsp:cNvPr id="0" name=""/>
        <dsp:cNvSpPr/>
      </dsp:nvSpPr>
      <dsp:spPr>
        <a:xfrm>
          <a:off x="8229484" y="573620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339016" y="573620"/>
        <a:ext cx="267747" cy="366325"/>
      </dsp:txXfrm>
    </dsp:sp>
    <dsp:sp modelId="{B2718ED2-941B-4B79-90B6-6DB1DA1FE8BC}">
      <dsp:nvSpPr>
        <dsp:cNvPr id="0" name=""/>
        <dsp:cNvSpPr/>
      </dsp:nvSpPr>
      <dsp:spPr>
        <a:xfrm>
          <a:off x="8959474" y="1458732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069006" y="1458732"/>
        <a:ext cx="267747" cy="366325"/>
      </dsp:txXfrm>
    </dsp:sp>
    <dsp:sp modelId="{EDFDC493-1006-4965-83B7-4FA3EC780551}">
      <dsp:nvSpPr>
        <dsp:cNvPr id="0" name=""/>
        <dsp:cNvSpPr/>
      </dsp:nvSpPr>
      <dsp:spPr>
        <a:xfrm>
          <a:off x="9678568" y="2343844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788100" y="2343844"/>
        <a:ext cx="267747" cy="36632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D61AB2-DE60-4DEC-BBED-A0E3EBC41A23}">
      <dsp:nvSpPr>
        <dsp:cNvPr id="0" name=""/>
        <dsp:cNvSpPr/>
      </dsp:nvSpPr>
      <dsp:spPr>
        <a:xfrm>
          <a:off x="0" y="0"/>
          <a:ext cx="8716296" cy="7489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Used for people and things</a:t>
          </a:r>
          <a:endParaRPr lang="en-US" sz="2900" kern="1200"/>
        </a:p>
      </dsp:txBody>
      <dsp:txXfrm>
        <a:off x="21936" y="21936"/>
        <a:ext cx="7844844" cy="705068"/>
      </dsp:txXfrm>
    </dsp:sp>
    <dsp:sp modelId="{89D64412-07F5-4C84-9FEB-A36050B73653}">
      <dsp:nvSpPr>
        <dsp:cNvPr id="0" name=""/>
        <dsp:cNvSpPr/>
      </dsp:nvSpPr>
      <dsp:spPr>
        <a:xfrm>
          <a:off x="729989" y="885112"/>
          <a:ext cx="8716296" cy="7489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Examples:</a:t>
          </a:r>
          <a:endParaRPr lang="en-US" sz="2900" kern="1200"/>
        </a:p>
      </dsp:txBody>
      <dsp:txXfrm>
        <a:off x="751925" y="907048"/>
        <a:ext cx="7455622" cy="705068"/>
      </dsp:txXfrm>
    </dsp:sp>
    <dsp:sp modelId="{5F44FB23-5CFA-4B64-AAE8-3A8142ACB284}">
      <dsp:nvSpPr>
        <dsp:cNvPr id="0" name=""/>
        <dsp:cNvSpPr/>
      </dsp:nvSpPr>
      <dsp:spPr>
        <a:xfrm>
          <a:off x="1449084" y="1770224"/>
          <a:ext cx="8716296" cy="7489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• The boy that won the prize is happy.</a:t>
          </a:r>
          <a:endParaRPr lang="en-US" sz="2900" kern="1200"/>
        </a:p>
      </dsp:txBody>
      <dsp:txXfrm>
        <a:off x="1471020" y="1792160"/>
        <a:ext cx="7466517" cy="705068"/>
      </dsp:txXfrm>
    </dsp:sp>
    <dsp:sp modelId="{AC07F04C-530A-4A03-920B-34C2953FAF7C}">
      <dsp:nvSpPr>
        <dsp:cNvPr id="0" name=""/>
        <dsp:cNvSpPr/>
      </dsp:nvSpPr>
      <dsp:spPr>
        <a:xfrm>
          <a:off x="2179074" y="2655336"/>
          <a:ext cx="8716296" cy="7489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• The pen that you gave me works well.</a:t>
          </a:r>
          <a:endParaRPr lang="en-US" sz="2900" kern="1200"/>
        </a:p>
      </dsp:txBody>
      <dsp:txXfrm>
        <a:off x="2201010" y="2677272"/>
        <a:ext cx="7455622" cy="705068"/>
      </dsp:txXfrm>
    </dsp:sp>
    <dsp:sp modelId="{A7559D1F-22BD-43AA-AC70-227BA6179719}">
      <dsp:nvSpPr>
        <dsp:cNvPr id="0" name=""/>
        <dsp:cNvSpPr/>
      </dsp:nvSpPr>
      <dsp:spPr>
        <a:xfrm>
          <a:off x="8229484" y="573620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339016" y="573620"/>
        <a:ext cx="267747" cy="366325"/>
      </dsp:txXfrm>
    </dsp:sp>
    <dsp:sp modelId="{A5E72BAC-82D9-4B6B-A51D-A9CEEF632902}">
      <dsp:nvSpPr>
        <dsp:cNvPr id="0" name=""/>
        <dsp:cNvSpPr/>
      </dsp:nvSpPr>
      <dsp:spPr>
        <a:xfrm>
          <a:off x="8959474" y="1458732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069006" y="1458732"/>
        <a:ext cx="267747" cy="366325"/>
      </dsp:txXfrm>
    </dsp:sp>
    <dsp:sp modelId="{997C639F-EA4E-43BC-9785-24128AB8DCE0}">
      <dsp:nvSpPr>
        <dsp:cNvPr id="0" name=""/>
        <dsp:cNvSpPr/>
      </dsp:nvSpPr>
      <dsp:spPr>
        <a:xfrm>
          <a:off x="9678568" y="2343844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788100" y="2343844"/>
        <a:ext cx="267747" cy="36632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72651-260A-4B46-A815-E7141ED41906}">
      <dsp:nvSpPr>
        <dsp:cNvPr id="0" name=""/>
        <dsp:cNvSpPr/>
      </dsp:nvSpPr>
      <dsp:spPr>
        <a:xfrm>
          <a:off x="0" y="0"/>
          <a:ext cx="8716296" cy="7489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Used for places</a:t>
          </a:r>
          <a:endParaRPr lang="en-US" sz="3000" kern="1200"/>
        </a:p>
      </dsp:txBody>
      <dsp:txXfrm>
        <a:off x="21936" y="21936"/>
        <a:ext cx="7844844" cy="705068"/>
      </dsp:txXfrm>
    </dsp:sp>
    <dsp:sp modelId="{8CD849E3-E8D7-4A36-B345-612C0435723A}">
      <dsp:nvSpPr>
        <dsp:cNvPr id="0" name=""/>
        <dsp:cNvSpPr/>
      </dsp:nvSpPr>
      <dsp:spPr>
        <a:xfrm>
          <a:off x="729989" y="885112"/>
          <a:ext cx="8716296" cy="7489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Examples:</a:t>
          </a:r>
          <a:endParaRPr lang="en-US" sz="3000" kern="1200"/>
        </a:p>
      </dsp:txBody>
      <dsp:txXfrm>
        <a:off x="751925" y="907048"/>
        <a:ext cx="7455622" cy="705068"/>
      </dsp:txXfrm>
    </dsp:sp>
    <dsp:sp modelId="{E9F600EA-E1B4-4BDD-85C3-AA00F096B21E}">
      <dsp:nvSpPr>
        <dsp:cNvPr id="0" name=""/>
        <dsp:cNvSpPr/>
      </dsp:nvSpPr>
      <dsp:spPr>
        <a:xfrm>
          <a:off x="1449084" y="1770224"/>
          <a:ext cx="8716296" cy="7489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• This is the house where I live.</a:t>
          </a:r>
          <a:endParaRPr lang="en-US" sz="3000" kern="1200"/>
        </a:p>
      </dsp:txBody>
      <dsp:txXfrm>
        <a:off x="1471020" y="1792160"/>
        <a:ext cx="7466517" cy="705068"/>
      </dsp:txXfrm>
    </dsp:sp>
    <dsp:sp modelId="{2A5D5DF3-AA50-4C70-9316-3E576ED3C492}">
      <dsp:nvSpPr>
        <dsp:cNvPr id="0" name=""/>
        <dsp:cNvSpPr/>
      </dsp:nvSpPr>
      <dsp:spPr>
        <a:xfrm>
          <a:off x="2179074" y="2655336"/>
          <a:ext cx="8716296" cy="7489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• The school where I studied is famous.</a:t>
          </a:r>
          <a:endParaRPr lang="en-US" sz="3000" kern="1200"/>
        </a:p>
      </dsp:txBody>
      <dsp:txXfrm>
        <a:off x="2201010" y="2677272"/>
        <a:ext cx="7455622" cy="705068"/>
      </dsp:txXfrm>
    </dsp:sp>
    <dsp:sp modelId="{A7E32B69-790B-44F9-B9A9-3BAA142FBC44}">
      <dsp:nvSpPr>
        <dsp:cNvPr id="0" name=""/>
        <dsp:cNvSpPr/>
      </dsp:nvSpPr>
      <dsp:spPr>
        <a:xfrm>
          <a:off x="8229484" y="573620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339016" y="573620"/>
        <a:ext cx="267747" cy="366325"/>
      </dsp:txXfrm>
    </dsp:sp>
    <dsp:sp modelId="{D900DE8B-7767-41FF-B3F1-2304BC13EBED}">
      <dsp:nvSpPr>
        <dsp:cNvPr id="0" name=""/>
        <dsp:cNvSpPr/>
      </dsp:nvSpPr>
      <dsp:spPr>
        <a:xfrm>
          <a:off x="8959474" y="1458732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069006" y="1458732"/>
        <a:ext cx="267747" cy="366325"/>
      </dsp:txXfrm>
    </dsp:sp>
    <dsp:sp modelId="{015FDAB6-C046-4999-A395-D844A6B601B3}">
      <dsp:nvSpPr>
        <dsp:cNvPr id="0" name=""/>
        <dsp:cNvSpPr/>
      </dsp:nvSpPr>
      <dsp:spPr>
        <a:xfrm>
          <a:off x="9678568" y="2343844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788100" y="2343844"/>
        <a:ext cx="267747" cy="36632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67FDE-7E38-4D7C-B992-ECD4355A56B6}">
      <dsp:nvSpPr>
        <dsp:cNvPr id="0" name=""/>
        <dsp:cNvSpPr/>
      </dsp:nvSpPr>
      <dsp:spPr>
        <a:xfrm>
          <a:off x="0" y="0"/>
          <a:ext cx="8716296" cy="7489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Used for time</a:t>
          </a:r>
          <a:endParaRPr lang="en-US" sz="3100" kern="1200"/>
        </a:p>
      </dsp:txBody>
      <dsp:txXfrm>
        <a:off x="21936" y="21936"/>
        <a:ext cx="7844844" cy="705068"/>
      </dsp:txXfrm>
    </dsp:sp>
    <dsp:sp modelId="{B42383CD-A47A-42C1-9503-ADABFB3FCB22}">
      <dsp:nvSpPr>
        <dsp:cNvPr id="0" name=""/>
        <dsp:cNvSpPr/>
      </dsp:nvSpPr>
      <dsp:spPr>
        <a:xfrm>
          <a:off x="729989" y="885112"/>
          <a:ext cx="8716296" cy="7489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Examples:</a:t>
          </a:r>
          <a:endParaRPr lang="en-US" sz="3100" kern="1200"/>
        </a:p>
      </dsp:txBody>
      <dsp:txXfrm>
        <a:off x="751925" y="907048"/>
        <a:ext cx="7455622" cy="705068"/>
      </dsp:txXfrm>
    </dsp:sp>
    <dsp:sp modelId="{625B9AAE-B028-4F2E-8FB3-B712E26C5074}">
      <dsp:nvSpPr>
        <dsp:cNvPr id="0" name=""/>
        <dsp:cNvSpPr/>
      </dsp:nvSpPr>
      <dsp:spPr>
        <a:xfrm>
          <a:off x="1449084" y="1770224"/>
          <a:ext cx="8716296" cy="7489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• I remember the day when we met.</a:t>
          </a:r>
          <a:endParaRPr lang="en-US" sz="3100" kern="1200"/>
        </a:p>
      </dsp:txBody>
      <dsp:txXfrm>
        <a:off x="1471020" y="1792160"/>
        <a:ext cx="7466517" cy="705068"/>
      </dsp:txXfrm>
    </dsp:sp>
    <dsp:sp modelId="{012364CF-96F2-43B0-A5ED-EE733305A323}">
      <dsp:nvSpPr>
        <dsp:cNvPr id="0" name=""/>
        <dsp:cNvSpPr/>
      </dsp:nvSpPr>
      <dsp:spPr>
        <a:xfrm>
          <a:off x="2179074" y="2655336"/>
          <a:ext cx="8716296" cy="7489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• This is the year when he graduated.</a:t>
          </a:r>
          <a:endParaRPr lang="en-US" sz="3100" kern="1200"/>
        </a:p>
      </dsp:txBody>
      <dsp:txXfrm>
        <a:off x="2201010" y="2677272"/>
        <a:ext cx="7455622" cy="705068"/>
      </dsp:txXfrm>
    </dsp:sp>
    <dsp:sp modelId="{C8FEB92A-FDAB-42D9-B7FA-A9D481DEE583}">
      <dsp:nvSpPr>
        <dsp:cNvPr id="0" name=""/>
        <dsp:cNvSpPr/>
      </dsp:nvSpPr>
      <dsp:spPr>
        <a:xfrm>
          <a:off x="8229484" y="573620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339016" y="573620"/>
        <a:ext cx="267747" cy="366325"/>
      </dsp:txXfrm>
    </dsp:sp>
    <dsp:sp modelId="{2A5AAD8F-5776-4C48-85ED-32025B909B31}">
      <dsp:nvSpPr>
        <dsp:cNvPr id="0" name=""/>
        <dsp:cNvSpPr/>
      </dsp:nvSpPr>
      <dsp:spPr>
        <a:xfrm>
          <a:off x="8959474" y="1458732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069006" y="1458732"/>
        <a:ext cx="267747" cy="366325"/>
      </dsp:txXfrm>
    </dsp:sp>
    <dsp:sp modelId="{2ABD8E8B-EBAE-4741-B98C-DA3F3039B84B}">
      <dsp:nvSpPr>
        <dsp:cNvPr id="0" name=""/>
        <dsp:cNvSpPr/>
      </dsp:nvSpPr>
      <dsp:spPr>
        <a:xfrm>
          <a:off x="9678568" y="2343844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788100" y="2343844"/>
        <a:ext cx="267747" cy="36632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33DC9-2994-481E-A7B6-604325703DCC}">
      <dsp:nvSpPr>
        <dsp:cNvPr id="0" name=""/>
        <dsp:cNvSpPr/>
      </dsp:nvSpPr>
      <dsp:spPr>
        <a:xfrm>
          <a:off x="0" y="0"/>
          <a:ext cx="8716296" cy="7489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Used for reason</a:t>
          </a:r>
          <a:endParaRPr lang="en-US" sz="2900" kern="1200"/>
        </a:p>
      </dsp:txBody>
      <dsp:txXfrm>
        <a:off x="21936" y="21936"/>
        <a:ext cx="7844844" cy="705068"/>
      </dsp:txXfrm>
    </dsp:sp>
    <dsp:sp modelId="{2CEB872D-8A4F-4DB6-B452-2F2718E0E2F5}">
      <dsp:nvSpPr>
        <dsp:cNvPr id="0" name=""/>
        <dsp:cNvSpPr/>
      </dsp:nvSpPr>
      <dsp:spPr>
        <a:xfrm>
          <a:off x="729989" y="885112"/>
          <a:ext cx="8716296" cy="7489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Examples:</a:t>
          </a:r>
          <a:endParaRPr lang="en-US" sz="2900" kern="1200"/>
        </a:p>
      </dsp:txBody>
      <dsp:txXfrm>
        <a:off x="751925" y="907048"/>
        <a:ext cx="7455622" cy="705068"/>
      </dsp:txXfrm>
    </dsp:sp>
    <dsp:sp modelId="{73DD8F72-4F00-402A-BC32-9570E6F3C92D}">
      <dsp:nvSpPr>
        <dsp:cNvPr id="0" name=""/>
        <dsp:cNvSpPr/>
      </dsp:nvSpPr>
      <dsp:spPr>
        <a:xfrm>
          <a:off x="1449084" y="1770224"/>
          <a:ext cx="8716296" cy="7489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• This is the reason why he left.</a:t>
          </a:r>
          <a:endParaRPr lang="en-US" sz="2900" kern="1200"/>
        </a:p>
      </dsp:txBody>
      <dsp:txXfrm>
        <a:off x="1471020" y="1792160"/>
        <a:ext cx="7466517" cy="705068"/>
      </dsp:txXfrm>
    </dsp:sp>
    <dsp:sp modelId="{BFAE55A7-40BC-476C-B1CE-FAE2AD82CAAB}">
      <dsp:nvSpPr>
        <dsp:cNvPr id="0" name=""/>
        <dsp:cNvSpPr/>
      </dsp:nvSpPr>
      <dsp:spPr>
        <a:xfrm>
          <a:off x="2179074" y="2655336"/>
          <a:ext cx="8716296" cy="7489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• I don’t know the reason why she cried.</a:t>
          </a:r>
          <a:endParaRPr lang="en-US" sz="2900" kern="1200"/>
        </a:p>
      </dsp:txBody>
      <dsp:txXfrm>
        <a:off x="2201010" y="2677272"/>
        <a:ext cx="7455622" cy="705068"/>
      </dsp:txXfrm>
    </dsp:sp>
    <dsp:sp modelId="{B05C6B34-D39B-4382-82A2-9DE11A5CEAC5}">
      <dsp:nvSpPr>
        <dsp:cNvPr id="0" name=""/>
        <dsp:cNvSpPr/>
      </dsp:nvSpPr>
      <dsp:spPr>
        <a:xfrm>
          <a:off x="8229484" y="573620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339016" y="573620"/>
        <a:ext cx="267747" cy="366325"/>
      </dsp:txXfrm>
    </dsp:sp>
    <dsp:sp modelId="{2573791B-B7F1-4165-9946-AD9588660C9E}">
      <dsp:nvSpPr>
        <dsp:cNvPr id="0" name=""/>
        <dsp:cNvSpPr/>
      </dsp:nvSpPr>
      <dsp:spPr>
        <a:xfrm>
          <a:off x="8959474" y="1458732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069006" y="1458732"/>
        <a:ext cx="267747" cy="366325"/>
      </dsp:txXfrm>
    </dsp:sp>
    <dsp:sp modelId="{318332FE-C1CA-4FA3-9C11-08748B79B149}">
      <dsp:nvSpPr>
        <dsp:cNvPr id="0" name=""/>
        <dsp:cNvSpPr/>
      </dsp:nvSpPr>
      <dsp:spPr>
        <a:xfrm>
          <a:off x="9678568" y="2343844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788100" y="2343844"/>
        <a:ext cx="267747" cy="36632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262464-1898-4B69-A029-109A0C47585E}">
      <dsp:nvSpPr>
        <dsp:cNvPr id="0" name=""/>
        <dsp:cNvSpPr/>
      </dsp:nvSpPr>
      <dsp:spPr>
        <a:xfrm>
          <a:off x="85120" y="162"/>
          <a:ext cx="4596484" cy="29187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00A42F-B875-454D-A1EF-8536F81BA2F5}">
      <dsp:nvSpPr>
        <dsp:cNvPr id="0" name=""/>
        <dsp:cNvSpPr/>
      </dsp:nvSpPr>
      <dsp:spPr>
        <a:xfrm>
          <a:off x="595840" y="485346"/>
          <a:ext cx="4596484" cy="29187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/>
            <a:t>Relative pronouns usually come after the noun they describe</a:t>
          </a:r>
          <a:endParaRPr lang="en-US" sz="3700" kern="1200"/>
        </a:p>
      </dsp:txBody>
      <dsp:txXfrm>
        <a:off x="681328" y="570834"/>
        <a:ext cx="4425508" cy="2747791"/>
      </dsp:txXfrm>
    </dsp:sp>
    <dsp:sp modelId="{D2B3034B-1389-43C5-A307-EBE5C6FCCA87}">
      <dsp:nvSpPr>
        <dsp:cNvPr id="0" name=""/>
        <dsp:cNvSpPr/>
      </dsp:nvSpPr>
      <dsp:spPr>
        <a:xfrm>
          <a:off x="5703045" y="162"/>
          <a:ext cx="4596484" cy="29187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DC4B62-B323-4224-A2A3-F8EB9157C679}">
      <dsp:nvSpPr>
        <dsp:cNvPr id="0" name=""/>
        <dsp:cNvSpPr/>
      </dsp:nvSpPr>
      <dsp:spPr>
        <a:xfrm>
          <a:off x="6213765" y="485346"/>
          <a:ext cx="4596484" cy="29187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/>
            <a:t>Example: The student who answered is clever.</a:t>
          </a:r>
          <a:endParaRPr lang="en-US" sz="3700" kern="1200"/>
        </a:p>
      </dsp:txBody>
      <dsp:txXfrm>
        <a:off x="6299253" y="570834"/>
        <a:ext cx="4425508" cy="274779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E7E003-D752-4081-A250-3D18A9A48654}">
      <dsp:nvSpPr>
        <dsp:cNvPr id="0" name=""/>
        <dsp:cNvSpPr/>
      </dsp:nvSpPr>
      <dsp:spPr>
        <a:xfrm>
          <a:off x="420687" y="0"/>
          <a:ext cx="4773613" cy="4773613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000C6A-D782-49BC-90E5-6CC51D9F012A}">
      <dsp:nvSpPr>
        <dsp:cNvPr id="0" name=""/>
        <dsp:cNvSpPr/>
      </dsp:nvSpPr>
      <dsp:spPr>
        <a:xfrm>
          <a:off x="874180" y="453493"/>
          <a:ext cx="1861709" cy="18617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❌ The man which helped me</a:t>
          </a:r>
          <a:endParaRPr lang="en-US" sz="2200" kern="1200"/>
        </a:p>
      </dsp:txBody>
      <dsp:txXfrm>
        <a:off x="965061" y="544374"/>
        <a:ext cx="1679947" cy="1679947"/>
      </dsp:txXfrm>
    </dsp:sp>
    <dsp:sp modelId="{A5C1D394-1BCB-425A-86F1-EE10C981C0C8}">
      <dsp:nvSpPr>
        <dsp:cNvPr id="0" name=""/>
        <dsp:cNvSpPr/>
      </dsp:nvSpPr>
      <dsp:spPr>
        <a:xfrm>
          <a:off x="2879097" y="453493"/>
          <a:ext cx="1861709" cy="186170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✅ The man who helped me</a:t>
          </a:r>
          <a:endParaRPr lang="en-US" sz="2200" kern="1200"/>
        </a:p>
      </dsp:txBody>
      <dsp:txXfrm>
        <a:off x="2969978" y="544374"/>
        <a:ext cx="1679947" cy="1679947"/>
      </dsp:txXfrm>
    </dsp:sp>
    <dsp:sp modelId="{F2604EBE-E18F-48EA-9716-5C0EAD5E0436}">
      <dsp:nvSpPr>
        <dsp:cNvPr id="0" name=""/>
        <dsp:cNvSpPr/>
      </dsp:nvSpPr>
      <dsp:spPr>
        <a:xfrm>
          <a:off x="874180" y="2458410"/>
          <a:ext cx="1861709" cy="186170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❌ The girl who I met</a:t>
          </a:r>
          <a:endParaRPr lang="en-US" sz="2200" kern="1200"/>
        </a:p>
      </dsp:txBody>
      <dsp:txXfrm>
        <a:off x="965061" y="2549291"/>
        <a:ext cx="1679947" cy="1679947"/>
      </dsp:txXfrm>
    </dsp:sp>
    <dsp:sp modelId="{771A1AF7-AF77-4F28-8C77-D8857E033199}">
      <dsp:nvSpPr>
        <dsp:cNvPr id="0" name=""/>
        <dsp:cNvSpPr/>
      </dsp:nvSpPr>
      <dsp:spPr>
        <a:xfrm>
          <a:off x="2879097" y="2458410"/>
          <a:ext cx="1861709" cy="186170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✅ The girl whom I met</a:t>
          </a:r>
          <a:endParaRPr lang="en-US" sz="2200" kern="1200"/>
        </a:p>
      </dsp:txBody>
      <dsp:txXfrm>
        <a:off x="2969978" y="2549291"/>
        <a:ext cx="1679947" cy="167994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312C22-1AEB-4DBA-B973-2A0251660CBE}">
      <dsp:nvSpPr>
        <dsp:cNvPr id="0" name=""/>
        <dsp:cNvSpPr/>
      </dsp:nvSpPr>
      <dsp:spPr>
        <a:xfrm>
          <a:off x="0" y="0"/>
          <a:ext cx="4491989" cy="10501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Fill in the blanks:</a:t>
          </a:r>
          <a:endParaRPr lang="en-US" sz="2200" kern="1200"/>
        </a:p>
      </dsp:txBody>
      <dsp:txXfrm>
        <a:off x="30759" y="30759"/>
        <a:ext cx="3270006" cy="988676"/>
      </dsp:txXfrm>
    </dsp:sp>
    <dsp:sp modelId="{D6D9A37B-F51B-489D-8739-5808D60E79DA}">
      <dsp:nvSpPr>
        <dsp:cNvPr id="0" name=""/>
        <dsp:cNvSpPr/>
      </dsp:nvSpPr>
      <dsp:spPr>
        <a:xfrm>
          <a:off x="376204" y="1241139"/>
          <a:ext cx="4491989" cy="1050194"/>
        </a:xfrm>
        <a:prstGeom prst="roundRect">
          <a:avLst>
            <a:gd name="adj" fmla="val 10000"/>
          </a:avLst>
        </a:prstGeom>
        <a:solidFill>
          <a:schemeClr val="accent2">
            <a:hueOff val="451605"/>
            <a:satOff val="-2211"/>
            <a:lumOff val="124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1. The boy ___ is singing is my friend.</a:t>
          </a:r>
          <a:endParaRPr lang="en-US" sz="2200" kern="1200"/>
        </a:p>
      </dsp:txBody>
      <dsp:txXfrm>
        <a:off x="406963" y="1271898"/>
        <a:ext cx="3371640" cy="988676"/>
      </dsp:txXfrm>
    </dsp:sp>
    <dsp:sp modelId="{A63D1990-BE9A-4914-BA95-4458A6731DD0}">
      <dsp:nvSpPr>
        <dsp:cNvPr id="0" name=""/>
        <dsp:cNvSpPr/>
      </dsp:nvSpPr>
      <dsp:spPr>
        <a:xfrm>
          <a:off x="746793" y="2482278"/>
          <a:ext cx="4491989" cy="1050194"/>
        </a:xfrm>
        <a:prstGeom prst="roundRect">
          <a:avLst>
            <a:gd name="adj" fmla="val 10000"/>
          </a:avLst>
        </a:prstGeom>
        <a:solidFill>
          <a:schemeClr val="accent2">
            <a:hueOff val="903209"/>
            <a:satOff val="-4421"/>
            <a:lumOff val="248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2. The book ___ I borrowed is interesting.</a:t>
          </a:r>
          <a:endParaRPr lang="en-US" sz="2200" kern="1200"/>
        </a:p>
      </dsp:txBody>
      <dsp:txXfrm>
        <a:off x="777552" y="2513037"/>
        <a:ext cx="3377255" cy="988676"/>
      </dsp:txXfrm>
    </dsp:sp>
    <dsp:sp modelId="{731B5A49-EF8B-400D-862D-067F5670923D}">
      <dsp:nvSpPr>
        <dsp:cNvPr id="0" name=""/>
        <dsp:cNvSpPr/>
      </dsp:nvSpPr>
      <dsp:spPr>
        <a:xfrm>
          <a:off x="1122997" y="3723418"/>
          <a:ext cx="4491989" cy="1050194"/>
        </a:xfrm>
        <a:prstGeom prst="roundRect">
          <a:avLst>
            <a:gd name="adj" fmla="val 10000"/>
          </a:avLst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3. The woman ___ son won is proud.</a:t>
          </a:r>
          <a:endParaRPr lang="en-US" sz="2200" kern="1200"/>
        </a:p>
      </dsp:txBody>
      <dsp:txXfrm>
        <a:off x="1153756" y="3754177"/>
        <a:ext cx="3371640" cy="988676"/>
      </dsp:txXfrm>
    </dsp:sp>
    <dsp:sp modelId="{FD568039-6634-46D3-92CB-76231862BD1F}">
      <dsp:nvSpPr>
        <dsp:cNvPr id="0" name=""/>
        <dsp:cNvSpPr/>
      </dsp:nvSpPr>
      <dsp:spPr>
        <a:xfrm>
          <a:off x="3809362" y="804353"/>
          <a:ext cx="682626" cy="68262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3962953" y="804353"/>
        <a:ext cx="375444" cy="513676"/>
      </dsp:txXfrm>
    </dsp:sp>
    <dsp:sp modelId="{7035D87D-DC49-42D8-ADE7-E79D6C55BDB3}">
      <dsp:nvSpPr>
        <dsp:cNvPr id="0" name=""/>
        <dsp:cNvSpPr/>
      </dsp:nvSpPr>
      <dsp:spPr>
        <a:xfrm>
          <a:off x="4185567" y="2045493"/>
          <a:ext cx="682626" cy="68262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814885"/>
            <a:satOff val="-2356"/>
            <a:lumOff val="-5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814885"/>
              <a:satOff val="-2356"/>
              <a:lumOff val="-5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339158" y="2045493"/>
        <a:ext cx="375444" cy="513676"/>
      </dsp:txXfrm>
    </dsp:sp>
    <dsp:sp modelId="{D9F3047C-26EB-43FC-AB10-7FFCC5D37BAA}">
      <dsp:nvSpPr>
        <dsp:cNvPr id="0" name=""/>
        <dsp:cNvSpPr/>
      </dsp:nvSpPr>
      <dsp:spPr>
        <a:xfrm>
          <a:off x="4556156" y="3286632"/>
          <a:ext cx="682626" cy="68262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29769"/>
            <a:satOff val="-4713"/>
            <a:lumOff val="-10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629769"/>
              <a:satOff val="-4713"/>
              <a:lumOff val="-1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709747" y="3286632"/>
        <a:ext cx="375444" cy="51367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C14CB6-53E0-4973-B852-6D84984A5F85}">
      <dsp:nvSpPr>
        <dsp:cNvPr id="0" name=""/>
        <dsp:cNvSpPr/>
      </dsp:nvSpPr>
      <dsp:spPr>
        <a:xfrm>
          <a:off x="0" y="565926"/>
          <a:ext cx="5614987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854672-11D3-473A-9BFA-8626057680AF}">
      <dsp:nvSpPr>
        <dsp:cNvPr id="0" name=""/>
        <dsp:cNvSpPr/>
      </dsp:nvSpPr>
      <dsp:spPr>
        <a:xfrm>
          <a:off x="280749" y="34566"/>
          <a:ext cx="3930490" cy="10627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63" tIns="0" rIns="148563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/>
            <a:t>1. who</a:t>
          </a:r>
          <a:endParaRPr lang="en-US" sz="3600" kern="1200"/>
        </a:p>
      </dsp:txBody>
      <dsp:txXfrm>
        <a:off x="332627" y="86444"/>
        <a:ext cx="3826734" cy="958964"/>
      </dsp:txXfrm>
    </dsp:sp>
    <dsp:sp modelId="{0E03159F-F245-432C-8E19-B25036A25DC2}">
      <dsp:nvSpPr>
        <dsp:cNvPr id="0" name=""/>
        <dsp:cNvSpPr/>
      </dsp:nvSpPr>
      <dsp:spPr>
        <a:xfrm>
          <a:off x="0" y="2198886"/>
          <a:ext cx="5614987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3118619"/>
              <a:satOff val="-2006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427B97-479C-475A-9BB4-F1E97F80B9BB}">
      <dsp:nvSpPr>
        <dsp:cNvPr id="0" name=""/>
        <dsp:cNvSpPr/>
      </dsp:nvSpPr>
      <dsp:spPr>
        <a:xfrm>
          <a:off x="280749" y="1667526"/>
          <a:ext cx="3930490" cy="1062720"/>
        </a:xfrm>
        <a:prstGeom prst="roundRect">
          <a:avLst/>
        </a:prstGeom>
        <a:solidFill>
          <a:schemeClr val="accent5">
            <a:hueOff val="3118619"/>
            <a:satOff val="-2006"/>
            <a:lumOff val="137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63" tIns="0" rIns="148563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/>
            <a:t>2. which / that</a:t>
          </a:r>
          <a:endParaRPr lang="en-US" sz="3600" kern="1200"/>
        </a:p>
      </dsp:txBody>
      <dsp:txXfrm>
        <a:off x="332627" y="1719404"/>
        <a:ext cx="3826734" cy="958964"/>
      </dsp:txXfrm>
    </dsp:sp>
    <dsp:sp modelId="{B85259A4-A504-4B8A-9594-1298DADFF9FF}">
      <dsp:nvSpPr>
        <dsp:cNvPr id="0" name=""/>
        <dsp:cNvSpPr/>
      </dsp:nvSpPr>
      <dsp:spPr>
        <a:xfrm>
          <a:off x="0" y="3831846"/>
          <a:ext cx="5614987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6237238"/>
              <a:satOff val="-4013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B2358C-244F-4745-8D76-755033F3ED79}">
      <dsp:nvSpPr>
        <dsp:cNvPr id="0" name=""/>
        <dsp:cNvSpPr/>
      </dsp:nvSpPr>
      <dsp:spPr>
        <a:xfrm>
          <a:off x="280749" y="3300486"/>
          <a:ext cx="3930490" cy="1062720"/>
        </a:xfrm>
        <a:prstGeom prst="round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63" tIns="0" rIns="148563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/>
            <a:t>3. whose</a:t>
          </a:r>
          <a:endParaRPr lang="en-US" sz="3600" kern="1200"/>
        </a:p>
      </dsp:txBody>
      <dsp:txXfrm>
        <a:off x="332627" y="3352364"/>
        <a:ext cx="3826734" cy="95896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EC4DA-233E-4980-AE6D-D68DBA5362E9}">
      <dsp:nvSpPr>
        <dsp:cNvPr id="0" name=""/>
        <dsp:cNvSpPr/>
      </dsp:nvSpPr>
      <dsp:spPr>
        <a:xfrm>
          <a:off x="0" y="1425786"/>
          <a:ext cx="5614987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579190-1B4E-4FBB-A9DA-1A9DF029C5B8}">
      <dsp:nvSpPr>
        <dsp:cNvPr id="0" name=""/>
        <dsp:cNvSpPr/>
      </dsp:nvSpPr>
      <dsp:spPr>
        <a:xfrm>
          <a:off x="280749" y="1145346"/>
          <a:ext cx="3930490" cy="5608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63" tIns="0" rIns="14856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Relative pronouns join clauses</a:t>
          </a:r>
          <a:endParaRPr lang="en-US" sz="1900" kern="1200"/>
        </a:p>
      </dsp:txBody>
      <dsp:txXfrm>
        <a:off x="308129" y="1172726"/>
        <a:ext cx="3875730" cy="506120"/>
      </dsp:txXfrm>
    </dsp:sp>
    <dsp:sp modelId="{AF16C87D-B8E2-4FA3-9D93-873003069BAD}">
      <dsp:nvSpPr>
        <dsp:cNvPr id="0" name=""/>
        <dsp:cNvSpPr/>
      </dsp:nvSpPr>
      <dsp:spPr>
        <a:xfrm>
          <a:off x="0" y="2287626"/>
          <a:ext cx="5614987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3118619"/>
              <a:satOff val="-2006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2B9529-711A-40D5-9A01-647BB7ACC5EC}">
      <dsp:nvSpPr>
        <dsp:cNvPr id="0" name=""/>
        <dsp:cNvSpPr/>
      </dsp:nvSpPr>
      <dsp:spPr>
        <a:xfrm>
          <a:off x="280749" y="2007186"/>
          <a:ext cx="3930490" cy="560880"/>
        </a:xfrm>
        <a:prstGeom prst="roundRect">
          <a:avLst/>
        </a:prstGeom>
        <a:solidFill>
          <a:schemeClr val="accent5">
            <a:hueOff val="3118619"/>
            <a:satOff val="-2006"/>
            <a:lumOff val="137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63" tIns="0" rIns="14856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They give extra information</a:t>
          </a:r>
          <a:endParaRPr lang="en-US" sz="1900" kern="1200"/>
        </a:p>
      </dsp:txBody>
      <dsp:txXfrm>
        <a:off x="308129" y="2034566"/>
        <a:ext cx="3875730" cy="506120"/>
      </dsp:txXfrm>
    </dsp:sp>
    <dsp:sp modelId="{4D3EB5CD-7FEF-49E4-BAE1-1A7DF2021507}">
      <dsp:nvSpPr>
        <dsp:cNvPr id="0" name=""/>
        <dsp:cNvSpPr/>
      </dsp:nvSpPr>
      <dsp:spPr>
        <a:xfrm>
          <a:off x="0" y="3149466"/>
          <a:ext cx="5614987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6237238"/>
              <a:satOff val="-4013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A143DB-A18E-4DB2-A2FD-6A3687CBF9E6}">
      <dsp:nvSpPr>
        <dsp:cNvPr id="0" name=""/>
        <dsp:cNvSpPr/>
      </dsp:nvSpPr>
      <dsp:spPr>
        <a:xfrm>
          <a:off x="280749" y="2869026"/>
          <a:ext cx="3930490" cy="560880"/>
        </a:xfrm>
        <a:prstGeom prst="round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63" tIns="0" rIns="14856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Correct usage improves clarity</a:t>
          </a:r>
          <a:endParaRPr lang="en-US" sz="1900" kern="1200"/>
        </a:p>
      </dsp:txBody>
      <dsp:txXfrm>
        <a:off x="308129" y="2896406"/>
        <a:ext cx="3875730" cy="50612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A2D147-B216-49F8-AD36-8718606FF48A}">
      <dsp:nvSpPr>
        <dsp:cNvPr id="0" name=""/>
        <dsp:cNvSpPr/>
      </dsp:nvSpPr>
      <dsp:spPr>
        <a:xfrm>
          <a:off x="0" y="117957"/>
          <a:ext cx="2938860" cy="176331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/>
            <a:t>Write 5 sentences using:</a:t>
          </a:r>
          <a:endParaRPr lang="en-US" sz="3500" kern="1200"/>
        </a:p>
      </dsp:txBody>
      <dsp:txXfrm>
        <a:off x="0" y="117957"/>
        <a:ext cx="2938860" cy="1763316"/>
      </dsp:txXfrm>
    </dsp:sp>
    <dsp:sp modelId="{FE66DA6E-719A-4C9F-A4B8-CDC0DDEB2D61}">
      <dsp:nvSpPr>
        <dsp:cNvPr id="0" name=""/>
        <dsp:cNvSpPr/>
      </dsp:nvSpPr>
      <dsp:spPr>
        <a:xfrm>
          <a:off x="3232745" y="117957"/>
          <a:ext cx="2938860" cy="1763316"/>
        </a:xfrm>
        <a:prstGeom prst="rect">
          <a:avLst/>
        </a:prstGeom>
        <a:solidFill>
          <a:schemeClr val="accent5">
            <a:hueOff val="1247448"/>
            <a:satOff val="-803"/>
            <a:lumOff val="54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/>
            <a:t>• who</a:t>
          </a:r>
          <a:endParaRPr lang="en-US" sz="3500" kern="1200"/>
        </a:p>
      </dsp:txBody>
      <dsp:txXfrm>
        <a:off x="3232745" y="117957"/>
        <a:ext cx="2938860" cy="1763316"/>
      </dsp:txXfrm>
    </dsp:sp>
    <dsp:sp modelId="{CDCCCB85-0F55-4E98-9E49-DA6B09AA09E7}">
      <dsp:nvSpPr>
        <dsp:cNvPr id="0" name=""/>
        <dsp:cNvSpPr/>
      </dsp:nvSpPr>
      <dsp:spPr>
        <a:xfrm>
          <a:off x="6465492" y="117957"/>
          <a:ext cx="2938860" cy="1763316"/>
        </a:xfrm>
        <a:prstGeom prst="rect">
          <a:avLst/>
        </a:prstGeom>
        <a:solidFill>
          <a:schemeClr val="accent5">
            <a:hueOff val="2494895"/>
            <a:satOff val="-1605"/>
            <a:lumOff val="109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/>
            <a:t>• which</a:t>
          </a:r>
          <a:endParaRPr lang="en-US" sz="3500" kern="1200"/>
        </a:p>
      </dsp:txBody>
      <dsp:txXfrm>
        <a:off x="6465492" y="117957"/>
        <a:ext cx="2938860" cy="1763316"/>
      </dsp:txXfrm>
    </dsp:sp>
    <dsp:sp modelId="{0D6E7442-DE81-4BF5-BBE5-76AC39B8DE73}">
      <dsp:nvSpPr>
        <dsp:cNvPr id="0" name=""/>
        <dsp:cNvSpPr/>
      </dsp:nvSpPr>
      <dsp:spPr>
        <a:xfrm>
          <a:off x="0" y="2175159"/>
          <a:ext cx="2938860" cy="1763316"/>
        </a:xfrm>
        <a:prstGeom prst="rect">
          <a:avLst/>
        </a:prstGeom>
        <a:solidFill>
          <a:schemeClr val="accent5">
            <a:hueOff val="3742343"/>
            <a:satOff val="-2408"/>
            <a:lumOff val="164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/>
            <a:t>• whose</a:t>
          </a:r>
          <a:endParaRPr lang="en-US" sz="3500" kern="1200"/>
        </a:p>
      </dsp:txBody>
      <dsp:txXfrm>
        <a:off x="0" y="2175159"/>
        <a:ext cx="2938860" cy="1763316"/>
      </dsp:txXfrm>
    </dsp:sp>
    <dsp:sp modelId="{C8E5C4F8-BB2B-4B4E-93F1-915B6C0E9603}">
      <dsp:nvSpPr>
        <dsp:cNvPr id="0" name=""/>
        <dsp:cNvSpPr/>
      </dsp:nvSpPr>
      <dsp:spPr>
        <a:xfrm>
          <a:off x="3232746" y="2175160"/>
          <a:ext cx="2938860" cy="1763316"/>
        </a:xfrm>
        <a:prstGeom prst="rect">
          <a:avLst/>
        </a:prstGeom>
        <a:solidFill>
          <a:schemeClr val="accent5">
            <a:hueOff val="4989790"/>
            <a:satOff val="-3210"/>
            <a:lumOff val="219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/>
            <a:t>• where</a:t>
          </a:r>
          <a:endParaRPr lang="en-US" sz="3500" kern="1200"/>
        </a:p>
      </dsp:txBody>
      <dsp:txXfrm>
        <a:off x="3232746" y="2175160"/>
        <a:ext cx="2938860" cy="1763316"/>
      </dsp:txXfrm>
    </dsp:sp>
    <dsp:sp modelId="{BDE62D9E-9217-4A20-BE4A-B21DD3DF9BD1}">
      <dsp:nvSpPr>
        <dsp:cNvPr id="0" name=""/>
        <dsp:cNvSpPr/>
      </dsp:nvSpPr>
      <dsp:spPr>
        <a:xfrm>
          <a:off x="6465492" y="2175160"/>
          <a:ext cx="2938860" cy="1763316"/>
        </a:xfrm>
        <a:prstGeom prst="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/>
            <a:t>• when</a:t>
          </a:r>
          <a:endParaRPr lang="en-US" sz="3500" kern="1200"/>
        </a:p>
      </dsp:txBody>
      <dsp:txXfrm>
        <a:off x="6465492" y="2175160"/>
        <a:ext cx="2938860" cy="17633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35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26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07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328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5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699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23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88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30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6026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120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466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37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9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57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9095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RELATIVE PRONOUNS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English Grammar</a:t>
            </a:r>
          </a:p>
          <a:p>
            <a:r>
              <a:t>Who, Whom, Whose, Which, That, Where, When, Why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t>Learning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DE3355-516F-B003-C644-A85E1465B1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860158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t>What is a Relative Pronoun?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DF5986-2B8D-99D5-DEDF-50466924F4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7462082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sz="3900">
                <a:solidFill>
                  <a:srgbClr val="EBEBEB"/>
                </a:solidFill>
              </a:rPr>
              <a:t>Why Do We Use Relative Pronouns?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0C51BA3-E878-0BE5-BC51-961BA2C4AB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297779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Common Relative Pronouns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3CDD47-29BA-C80A-D63D-742EE695FF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4073404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WHO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8C3D05-58CF-CE78-FC94-B9654F2F2B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2942293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WHOM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647731-A169-7778-4BC0-587A22C847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3329698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WHOSE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59BFF2-D549-7FC5-383D-7BC20E0C39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1294690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WHICH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BE2926-3E44-9AF0-9B91-16ADCA489B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4566114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THAT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F64BBF-72BA-9300-3BBB-7CC7A14FE1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435348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WHERE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853B1C-EDD7-B191-E5C8-C190452872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8621573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WHEN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53A8C7-C09C-81E2-B7F4-E019B98A30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4726346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WHY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B7A2DA-DE74-C2E6-0455-9AE6EC9552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923918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Position of Relative Pronouns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A5DA84-F7F2-9794-784D-8A12783493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3252997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F2F2F2"/>
                </a:solidFill>
              </a:rPr>
              <a:t>Common Mistakes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B545EE-DE6A-9B38-B255-232D94F68D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6773642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F2F2F2"/>
                </a:solidFill>
              </a:rPr>
              <a:t>Quick Practice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CABCCD28-01EE-DDEF-441B-069FDFC8B0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7599748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F2F2F2"/>
                </a:solidFill>
              </a:rPr>
              <a:t>Answers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E44D153F-AA14-17F4-DECD-1F2A247FD7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9636006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F2F2F2"/>
                </a:solidFill>
              </a:rPr>
              <a:t>Summary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BF1531-EDE4-FA90-7D63-BCD2161D13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8738211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t>Homework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99BDDA-72D4-9D9F-0E06-8783FF0E00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0694328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483</Words>
  <Application>Microsoft Office PowerPoint</Application>
  <PresentationFormat>Widescreen</PresentationFormat>
  <Paragraphs>99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Century Gothic</vt:lpstr>
      <vt:lpstr>Wingdings 3</vt:lpstr>
      <vt:lpstr>Ion</vt:lpstr>
      <vt:lpstr>RELATIVE PRONOUNS</vt:lpstr>
      <vt:lpstr>Learning Objectives</vt:lpstr>
      <vt:lpstr>What is a Relative Pronoun?</vt:lpstr>
      <vt:lpstr>Why Do We Use Relative Pronouns?</vt:lpstr>
      <vt:lpstr>Common Relative Pronouns</vt:lpstr>
      <vt:lpstr>WHO</vt:lpstr>
      <vt:lpstr>WHOM</vt:lpstr>
      <vt:lpstr>WHOSE</vt:lpstr>
      <vt:lpstr>WHICH</vt:lpstr>
      <vt:lpstr>THAT</vt:lpstr>
      <vt:lpstr>WHERE</vt:lpstr>
      <vt:lpstr>WHEN</vt:lpstr>
      <vt:lpstr>WHY</vt:lpstr>
      <vt:lpstr>Position of Relative Pronouns</vt:lpstr>
      <vt:lpstr>Common Mistakes</vt:lpstr>
      <vt:lpstr>Quick Practice</vt:lpstr>
      <vt:lpstr>Answers</vt:lpstr>
      <vt:lpstr>Summary</vt:lpstr>
      <vt:lpstr>Homework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RELATIVE PRONOUNS</dc:title>
  <dc:subject/>
  <dc:creator/>
  <cp:keywords/>
  <dc:description>generated using python-pptx</dc:description>
  <cp:lastModifiedBy>Ezekiel BFSBC</cp:lastModifiedBy>
  <cp:revision>2</cp:revision>
  <dcterms:created xsi:type="dcterms:W3CDTF">2013-01-27T09:14:16Z</dcterms:created>
  <dcterms:modified xsi:type="dcterms:W3CDTF">2025-12-16T19:28:15Z</dcterms:modified>
  <cp:category/>
</cp:coreProperties>
</file>