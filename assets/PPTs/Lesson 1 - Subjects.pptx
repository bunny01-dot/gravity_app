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3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71764-1B1A-CFB6-D76F-138751569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4DB7F-0D47-7FDB-818A-CC4D0100A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4D70D-95CA-DB65-C183-DFA077F2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4C3D-FFE3-48C6-8F84-55C728D83F66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EB525-E9C9-0137-7127-45B1FB845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2752B-1A1C-9743-6214-E792F329D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8A2EE-CBBB-41A9-9123-5D22F1908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057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13CA9-D9D4-C7E7-EF65-E759B9CAA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A15FD-73C4-C590-15AD-E436DDF79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5E8D6-0C2D-AC79-603C-AE76F284C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4C3D-FFE3-48C6-8F84-55C728D83F66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ADFF7-0851-E45F-6332-9107086E9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70D82-E4B2-8E92-A234-E49950DDB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8A2EE-CBBB-41A9-9123-5D22F1908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228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C420-5923-25E1-226B-E882C30C4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DD5F8-F5C2-FC94-7DF3-BE5172694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4F0DE-02CA-DEE7-234A-9F420B03E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4C3D-FFE3-48C6-8F84-55C728D83F66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828EA-81E1-DB5A-59BF-B3D65DCF2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DC550-2D09-5852-1A98-9BF8ECA93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8A2EE-CBBB-41A9-9123-5D22F1908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258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F94F0-12B6-75BC-CCD6-0AF82C503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FCF9D-4446-F6CE-376A-EC54B5F58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D3402E-2902-95C8-EEE0-282CFB5CC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35076-A3C8-C256-47D5-93DF5A1FF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4C3D-FFE3-48C6-8F84-55C728D83F66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F0F3D-8B01-1FFD-6965-AC1D61032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EBAFA-F6BC-E2AD-BA71-267B4A846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8A2EE-CBBB-41A9-9123-5D22F1908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765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2E4B1-9B55-D148-EFEC-B852DFCE5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ACA48-E1F0-6116-F112-167305F9F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A1C9C0-CB09-F80A-C616-036732CA5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4A6A44-952C-30CD-2E78-6CA9231849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FDE5E-3E8B-BA22-E6B7-13B3A69F49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A30E7C-6349-DAEB-56F6-2FC61B4AA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4C3D-FFE3-48C6-8F84-55C728D83F66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CC7CF9-14AA-8EC7-9998-A4BF42C26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A355A6-5FD4-FFC9-4C4E-E4A98683B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8A2EE-CBBB-41A9-9123-5D22F1908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647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F1394-1C76-43CB-04DF-A6E0A2ADF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58C8F6-05B3-5E5F-625E-0291321AC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4C3D-FFE3-48C6-8F84-55C728D83F66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A90AA2-9129-E8BD-3E68-08E22BD83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AC4A78-6203-DAA2-85B5-9C99509F3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8A2EE-CBBB-41A9-9123-5D22F1908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60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138B20-D47E-25F9-EDA3-1C7313B37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4C3D-FFE3-48C6-8F84-55C728D83F66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044624-C44F-C208-23D2-0A1CB82C2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9F707-002C-D23B-0BAB-5CA0BF62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8A2EE-CBBB-41A9-9123-5D22F1908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36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3E65-C7D8-B10C-C0AE-589C4752B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628AC-A467-1029-5608-D0F47AED7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F44456-7D4F-7208-F448-C883B8D86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25B967-D3D4-28C5-43FE-BE21FE1FE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4C3D-FFE3-48C6-8F84-55C728D83F66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B56C4-F295-008B-0DDB-FD1EE1FD7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3B87D-EA90-FC88-7E85-5F4C83C82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8A2EE-CBBB-41A9-9123-5D22F1908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26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73D4-2455-C700-9F03-096F0C6A4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782BE4-2B8C-7899-C7BF-B77A99610F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1A0E64-9F22-9767-AF99-BCB2E718C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046D4-6093-164F-4033-71100D452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4C3D-FFE3-48C6-8F84-55C728D83F66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A5BE6-58FB-C164-8239-FF4A39E37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6FEFB6-1E11-F4F9-53B4-B8A598712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8A2EE-CBBB-41A9-9123-5D22F1908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23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F5AA0-D0B8-21B8-ACEB-8C80ABB67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0EEC8-6AE3-3035-01E3-ECFFFC7C6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511BC-0E53-AEB5-31A6-D511C8A29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4C3D-FFE3-48C6-8F84-55C728D83F66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204C9-89EA-D774-2F0A-52637B7D7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A03BA-2D58-2771-4E91-E2A4F8B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8A2EE-CBBB-41A9-9123-5D22F1908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104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DEA09B-FABE-90E3-1BC8-DA32D1832C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262DC5-2A40-D63B-2B76-B2FFB9916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DE40B-CA78-73C5-3F2C-1B5253E40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4C3D-FFE3-48C6-8F84-55C728D83F66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F9859-DA63-81D2-38EF-F791C7A5D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6526A-6DE6-856B-76DA-29853B33E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8A2EE-CBBB-41A9-9123-5D22F1908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520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239D29-2D1F-01E6-766D-33F891E48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92C14-797B-9DAD-CDDC-00A91FFF6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5BC95-636C-776D-ECC5-509A62490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04C3D-FFE3-48C6-8F84-55C728D83F66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AAE34-CC71-01A7-730D-4BA1F67D2D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61B92-F63F-AE4B-014C-60E2E29F1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78A2EE-CBBB-41A9-9123-5D22F1908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427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4C1DC6-3E41-96A6-A7D6-EB4E0DAA8EA7}"/>
              </a:ext>
            </a:extLst>
          </p:cNvPr>
          <p:cNvSpPr txBox="1"/>
          <p:nvPr/>
        </p:nvSpPr>
        <p:spPr>
          <a:xfrm>
            <a:off x="690513" y="2589582"/>
            <a:ext cx="10810973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900" b="1" dirty="0">
                <a:ln w="57150">
                  <a:solidFill>
                    <a:schemeClr val="bg1"/>
                  </a:solidFill>
                  <a:prstDash val="solid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ENGLISH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47560C-F03A-851C-E4C0-4199A9A8B2B6}"/>
              </a:ext>
            </a:extLst>
          </p:cNvPr>
          <p:cNvSpPr txBox="1"/>
          <p:nvPr/>
        </p:nvSpPr>
        <p:spPr>
          <a:xfrm>
            <a:off x="690513" y="1488567"/>
            <a:ext cx="6058069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SPOKEN</a:t>
            </a: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C08CC24C-017C-19DB-1DBB-DEE1CA5AF59A}"/>
              </a:ext>
            </a:extLst>
          </p:cNvPr>
          <p:cNvSpPr/>
          <p:nvPr/>
        </p:nvSpPr>
        <p:spPr>
          <a:xfrm>
            <a:off x="10058400" y="0"/>
            <a:ext cx="1585913" cy="2000249"/>
          </a:xfrm>
          <a:prstGeom prst="foldedCorner">
            <a:avLst>
              <a:gd name="adj" fmla="val 30717"/>
            </a:avLst>
          </a:prstGeom>
          <a:solidFill>
            <a:srgbClr val="FFC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 Narrow" panose="020B00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03117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9F6870-D40F-295F-CA42-ECC56595DC96}"/>
              </a:ext>
            </a:extLst>
          </p:cNvPr>
          <p:cNvSpPr txBox="1"/>
          <p:nvPr/>
        </p:nvSpPr>
        <p:spPr>
          <a:xfrm>
            <a:off x="2890636" y="1619875"/>
            <a:ext cx="626765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itchFamily="2" charset="0"/>
                <a:cs typeface="Aharoni" panose="02010803020104030203" pitchFamily="2" charset="-79"/>
              </a:rPr>
              <a:t>SUBJECTS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378316-5642-011F-47F3-BB65DA7CB250}"/>
              </a:ext>
            </a:extLst>
          </p:cNvPr>
          <p:cNvSpPr txBox="1"/>
          <p:nvPr/>
        </p:nvSpPr>
        <p:spPr>
          <a:xfrm>
            <a:off x="1469573" y="3320088"/>
            <a:ext cx="9252854" cy="1107996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ysClr val="windowText" lastClr="000000"/>
                </a:solidFill>
                <a:latin typeface="Montserrat Regular" pitchFamily="2" charset="0"/>
                <a:cs typeface="Aharoni" panose="02010803020104030203" pitchFamily="2" charset="-79"/>
              </a:rPr>
              <a:t>1</a:t>
            </a:r>
            <a:r>
              <a:rPr lang="en-US" sz="6600" baseline="30000" dirty="0">
                <a:solidFill>
                  <a:sysClr val="windowText" lastClr="000000"/>
                </a:solidFill>
                <a:latin typeface="Montserrat Regular" pitchFamily="2" charset="0"/>
                <a:cs typeface="Aharoni" panose="02010803020104030203" pitchFamily="2" charset="-79"/>
              </a:rPr>
              <a:t>ST</a:t>
            </a:r>
            <a:r>
              <a:rPr lang="en-US" sz="6600" dirty="0">
                <a:solidFill>
                  <a:sysClr val="windowText" lastClr="000000"/>
                </a:solidFill>
                <a:latin typeface="Montserrat Regular" pitchFamily="2" charset="0"/>
                <a:cs typeface="Aharoni" panose="02010803020104030203" pitchFamily="2" charset="-79"/>
              </a:rPr>
              <a:t>, 2</a:t>
            </a:r>
            <a:r>
              <a:rPr lang="en-US" sz="6600" baseline="30000" dirty="0">
                <a:solidFill>
                  <a:sysClr val="windowText" lastClr="000000"/>
                </a:solidFill>
                <a:latin typeface="Montserrat Regular" pitchFamily="2" charset="0"/>
                <a:cs typeface="Aharoni" panose="02010803020104030203" pitchFamily="2" charset="-79"/>
              </a:rPr>
              <a:t>ND</a:t>
            </a:r>
            <a:r>
              <a:rPr lang="en-US" sz="6600" dirty="0">
                <a:solidFill>
                  <a:sysClr val="windowText" lastClr="000000"/>
                </a:solidFill>
                <a:latin typeface="Montserrat Regular" pitchFamily="2" charset="0"/>
                <a:cs typeface="Aharoni" panose="02010803020104030203" pitchFamily="2" charset="-79"/>
              </a:rPr>
              <a:t> &amp; 3</a:t>
            </a:r>
            <a:r>
              <a:rPr lang="en-US" sz="6600" baseline="30000" dirty="0">
                <a:solidFill>
                  <a:sysClr val="windowText" lastClr="000000"/>
                </a:solidFill>
                <a:latin typeface="Montserrat Regular" pitchFamily="2" charset="0"/>
                <a:cs typeface="Aharoni" panose="02010803020104030203" pitchFamily="2" charset="-79"/>
              </a:rPr>
              <a:t>RD</a:t>
            </a:r>
            <a:r>
              <a:rPr lang="en-US" sz="6600" dirty="0">
                <a:solidFill>
                  <a:sysClr val="windowText" lastClr="000000"/>
                </a:solidFill>
                <a:latin typeface="Montserrat Regular" pitchFamily="2" charset="0"/>
                <a:cs typeface="Aharoni" panose="02010803020104030203" pitchFamily="2" charset="-79"/>
              </a:rPr>
              <a:t> PERSON</a:t>
            </a:r>
          </a:p>
        </p:txBody>
      </p:sp>
    </p:spTree>
    <p:extLst>
      <p:ext uri="{BB962C8B-B14F-4D97-AF65-F5344CB8AC3E}">
        <p14:creationId xmlns:p14="http://schemas.microsoft.com/office/powerpoint/2010/main" val="2473865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240ED9-471D-11C7-1C53-FCC632AACCBF}"/>
              </a:ext>
            </a:extLst>
          </p:cNvPr>
          <p:cNvSpPr txBox="1"/>
          <p:nvPr/>
        </p:nvSpPr>
        <p:spPr>
          <a:xfrm>
            <a:off x="1601785" y="675298"/>
            <a:ext cx="3937295" cy="5507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4800" dirty="0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rPr>
              <a:t>I </a:t>
            </a:r>
            <a:r>
              <a:rPr lang="en-US" sz="3600" dirty="0">
                <a:solidFill>
                  <a:srgbClr val="FFC000"/>
                </a:solidFill>
                <a:latin typeface="Montserrat Regular" pitchFamily="2" charset="0"/>
                <a:cs typeface="Aharoni" panose="02010803020104030203" pitchFamily="2" charset="-79"/>
              </a:rPr>
              <a:t>&gt;&gt;</a:t>
            </a:r>
            <a:endParaRPr lang="en-US" sz="4800" dirty="0">
              <a:solidFill>
                <a:srgbClr val="FFC000"/>
              </a:solidFill>
              <a:latin typeface="Montserrat Regular" pitchFamily="2" charset="0"/>
              <a:cs typeface="Aharoni" panose="02010803020104030203" pitchFamily="2" charset="-79"/>
            </a:endParaRPr>
          </a:p>
          <a:p>
            <a:pPr algn="r">
              <a:lnSpc>
                <a:spcPct val="150000"/>
              </a:lnSpc>
            </a:pPr>
            <a:r>
              <a:rPr lang="en-US" sz="4800" dirty="0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rPr>
              <a:t>We</a:t>
            </a:r>
            <a:r>
              <a:rPr lang="en-US" sz="4800" dirty="0">
                <a:solidFill>
                  <a:srgbClr val="FFC000"/>
                </a:solidFill>
                <a:latin typeface="Montserrat Regular" pitchFamily="2" charset="0"/>
                <a:cs typeface="Aharoni" panose="02010803020104030203" pitchFamily="2" charset="-79"/>
              </a:rPr>
              <a:t> </a:t>
            </a:r>
            <a:r>
              <a:rPr lang="en-US" sz="3600" dirty="0">
                <a:solidFill>
                  <a:srgbClr val="FFC000"/>
                </a:solidFill>
                <a:latin typeface="Montserrat Regular" pitchFamily="2" charset="0"/>
                <a:cs typeface="Aharoni" panose="02010803020104030203" pitchFamily="2" charset="-79"/>
              </a:rPr>
              <a:t>&gt;&gt;</a:t>
            </a:r>
            <a:endParaRPr lang="en-US" sz="4800" dirty="0">
              <a:solidFill>
                <a:schemeClr val="bg1"/>
              </a:solidFill>
              <a:latin typeface="Montserrat Regular" pitchFamily="2" charset="0"/>
              <a:cs typeface="Aharoni" panose="02010803020104030203" pitchFamily="2" charset="-79"/>
            </a:endParaRPr>
          </a:p>
          <a:p>
            <a:pPr algn="r">
              <a:lnSpc>
                <a:spcPct val="150000"/>
              </a:lnSpc>
            </a:pPr>
            <a:r>
              <a:rPr lang="en-US" sz="4800" dirty="0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rPr>
              <a:t>You</a:t>
            </a:r>
            <a:r>
              <a:rPr lang="en-US" sz="4800" dirty="0">
                <a:solidFill>
                  <a:srgbClr val="FFC000"/>
                </a:solidFill>
                <a:latin typeface="Montserrat Regular" pitchFamily="2" charset="0"/>
                <a:cs typeface="Aharoni" panose="02010803020104030203" pitchFamily="2" charset="-79"/>
              </a:rPr>
              <a:t> </a:t>
            </a:r>
            <a:r>
              <a:rPr lang="en-US" sz="3600" dirty="0">
                <a:solidFill>
                  <a:srgbClr val="FFC000"/>
                </a:solidFill>
                <a:latin typeface="Montserrat Regular" pitchFamily="2" charset="0"/>
                <a:cs typeface="Aharoni" panose="02010803020104030203" pitchFamily="2" charset="-79"/>
              </a:rPr>
              <a:t>&gt;&gt;</a:t>
            </a:r>
            <a:endParaRPr lang="en-US" sz="4800" dirty="0">
              <a:solidFill>
                <a:schemeClr val="bg1"/>
              </a:solidFill>
              <a:latin typeface="Montserrat Regular" pitchFamily="2" charset="0"/>
              <a:cs typeface="Aharoni" panose="02010803020104030203" pitchFamily="2" charset="-79"/>
            </a:endParaRPr>
          </a:p>
          <a:p>
            <a:pPr algn="r">
              <a:lnSpc>
                <a:spcPct val="150000"/>
              </a:lnSpc>
            </a:pPr>
            <a:r>
              <a:rPr lang="en-US" sz="4800" dirty="0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rPr>
              <a:t>He, She, It</a:t>
            </a:r>
            <a:r>
              <a:rPr lang="en-US" sz="4800" dirty="0">
                <a:solidFill>
                  <a:srgbClr val="FFC000"/>
                </a:solidFill>
                <a:latin typeface="Montserrat Regular" pitchFamily="2" charset="0"/>
                <a:cs typeface="Aharoni" panose="02010803020104030203" pitchFamily="2" charset="-79"/>
              </a:rPr>
              <a:t> </a:t>
            </a:r>
            <a:r>
              <a:rPr lang="en-US" sz="3600" dirty="0">
                <a:solidFill>
                  <a:srgbClr val="FFC000"/>
                </a:solidFill>
                <a:latin typeface="Montserrat Regular" pitchFamily="2" charset="0"/>
                <a:cs typeface="Aharoni" panose="02010803020104030203" pitchFamily="2" charset="-79"/>
              </a:rPr>
              <a:t>&gt;&gt;</a:t>
            </a:r>
            <a:endParaRPr lang="en-US" sz="4800" dirty="0">
              <a:solidFill>
                <a:schemeClr val="bg1"/>
              </a:solidFill>
              <a:latin typeface="Montserrat Regular" pitchFamily="2" charset="0"/>
              <a:cs typeface="Aharoni" panose="02010803020104030203" pitchFamily="2" charset="-79"/>
            </a:endParaRPr>
          </a:p>
          <a:p>
            <a:pPr algn="r">
              <a:lnSpc>
                <a:spcPct val="150000"/>
              </a:lnSpc>
            </a:pPr>
            <a:r>
              <a:rPr lang="en-US" sz="4800" dirty="0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rPr>
              <a:t>They</a:t>
            </a:r>
            <a:r>
              <a:rPr lang="en-US" sz="4800" dirty="0">
                <a:solidFill>
                  <a:srgbClr val="FFC000"/>
                </a:solidFill>
                <a:latin typeface="Montserrat Regular" pitchFamily="2" charset="0"/>
                <a:cs typeface="Aharoni" panose="02010803020104030203" pitchFamily="2" charset="-79"/>
              </a:rPr>
              <a:t> </a:t>
            </a:r>
            <a:r>
              <a:rPr lang="en-US" sz="3600" dirty="0">
                <a:solidFill>
                  <a:srgbClr val="FFC000"/>
                </a:solidFill>
                <a:latin typeface="Montserrat Regular" pitchFamily="2" charset="0"/>
                <a:cs typeface="Aharoni" panose="02010803020104030203" pitchFamily="2" charset="-79"/>
              </a:rPr>
              <a:t>&gt;&gt;</a:t>
            </a:r>
            <a:endParaRPr lang="en-US" sz="4800" dirty="0">
              <a:solidFill>
                <a:schemeClr val="bg1"/>
              </a:solidFill>
              <a:latin typeface="Montserrat Regular" pitchFamily="2" charset="0"/>
              <a:cs typeface="Aharoni" panose="02010803020104030203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03B382-A24D-B86B-EDFF-02A5A34790C7}"/>
              </a:ext>
            </a:extLst>
          </p:cNvPr>
          <p:cNvSpPr txBox="1"/>
          <p:nvPr/>
        </p:nvSpPr>
        <p:spPr>
          <a:xfrm>
            <a:off x="5817755" y="694534"/>
            <a:ext cx="4772460" cy="54881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6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நான்</a:t>
            </a:r>
            <a:endParaRPr lang="en-US" sz="36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lnSpc>
                <a:spcPct val="200000"/>
              </a:lnSpc>
            </a:pPr>
            <a:r>
              <a:rPr lang="en-US" sz="36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நாம்</a:t>
            </a:r>
            <a:r>
              <a:rPr lang="en-US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நாங்கள்</a:t>
            </a:r>
            <a:endParaRPr lang="en-US" sz="36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lnSpc>
                <a:spcPct val="200000"/>
              </a:lnSpc>
            </a:pPr>
            <a:r>
              <a:rPr lang="en-US" sz="36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நீ</a:t>
            </a:r>
            <a:r>
              <a:rPr lang="en-US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நீங்கள்</a:t>
            </a:r>
            <a:endParaRPr lang="en-US" sz="36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lnSpc>
                <a:spcPct val="200000"/>
              </a:lnSpc>
            </a:pPr>
            <a:r>
              <a:rPr lang="en-US" sz="36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அவன்</a:t>
            </a:r>
            <a:r>
              <a:rPr lang="en-US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அவள்</a:t>
            </a:r>
            <a:r>
              <a:rPr lang="en-US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அது</a:t>
            </a:r>
            <a:endParaRPr lang="en-US" sz="36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lnSpc>
                <a:spcPct val="200000"/>
              </a:lnSpc>
            </a:pPr>
            <a:r>
              <a:rPr lang="en-US" sz="36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அவர்கள்</a:t>
            </a:r>
            <a:endParaRPr lang="en-US" sz="36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20248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9A81F9F-0202-95BD-FB13-28C51B50CB59}"/>
              </a:ext>
            </a:extLst>
          </p:cNvPr>
          <p:cNvGrpSpPr/>
          <p:nvPr/>
        </p:nvGrpSpPr>
        <p:grpSpPr>
          <a:xfrm>
            <a:off x="3732234" y="675297"/>
            <a:ext cx="8000981" cy="5507405"/>
            <a:chOff x="2867479" y="464770"/>
            <a:chExt cx="8000981" cy="550740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D240ED9-471D-11C7-1C53-FCC632AACCBF}"/>
                </a:ext>
              </a:extLst>
            </p:cNvPr>
            <p:cNvSpPr txBox="1"/>
            <p:nvPr/>
          </p:nvSpPr>
          <p:spPr>
            <a:xfrm>
              <a:off x="2867479" y="464770"/>
              <a:ext cx="2949846" cy="54693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sz="3600" dirty="0">
                  <a:solidFill>
                    <a:schemeClr val="bg1"/>
                  </a:solidFill>
                  <a:latin typeface="Montserrat Regular" pitchFamily="2" charset="0"/>
                  <a:cs typeface="Aharoni" panose="02010803020104030203" pitchFamily="2" charset="-79"/>
                </a:rPr>
                <a:t>I </a:t>
              </a:r>
              <a:r>
                <a:rPr lang="en-US" sz="2400" dirty="0">
                  <a:solidFill>
                    <a:srgbClr val="FFC000"/>
                  </a:solidFill>
                  <a:latin typeface="Montserrat Regular" pitchFamily="2" charset="0"/>
                  <a:cs typeface="Aharoni" panose="02010803020104030203" pitchFamily="2" charset="-79"/>
                </a:rPr>
                <a:t>&gt;&gt;</a:t>
              </a:r>
              <a:endParaRPr lang="en-US" sz="3600" dirty="0">
                <a:solidFill>
                  <a:srgbClr val="FFC000"/>
                </a:solidFill>
                <a:latin typeface="Montserrat Regular" pitchFamily="2" charset="0"/>
                <a:cs typeface="Aharoni" panose="02010803020104030203" pitchFamily="2" charset="-79"/>
              </a:endParaRPr>
            </a:p>
            <a:p>
              <a:pPr algn="r">
                <a:lnSpc>
                  <a:spcPct val="200000"/>
                </a:lnSpc>
              </a:pPr>
              <a:r>
                <a:rPr lang="en-US" sz="3600" dirty="0">
                  <a:solidFill>
                    <a:schemeClr val="bg1"/>
                  </a:solidFill>
                  <a:latin typeface="Montserrat Regular" pitchFamily="2" charset="0"/>
                  <a:cs typeface="Aharoni" panose="02010803020104030203" pitchFamily="2" charset="-79"/>
                </a:rPr>
                <a:t>We</a:t>
              </a:r>
              <a:r>
                <a:rPr lang="en-US" sz="3600" dirty="0">
                  <a:solidFill>
                    <a:srgbClr val="FFC000"/>
                  </a:solidFill>
                  <a:latin typeface="Montserrat Regular" pitchFamily="2" charset="0"/>
                  <a:cs typeface="Aharoni" panose="02010803020104030203" pitchFamily="2" charset="-79"/>
                </a:rPr>
                <a:t> </a:t>
              </a:r>
              <a:r>
                <a:rPr lang="en-US" sz="2400" dirty="0">
                  <a:solidFill>
                    <a:srgbClr val="FFC000"/>
                  </a:solidFill>
                  <a:latin typeface="Montserrat Regular" pitchFamily="2" charset="0"/>
                  <a:cs typeface="Aharoni" panose="02010803020104030203" pitchFamily="2" charset="-79"/>
                </a:rPr>
                <a:t>&gt;&gt;</a:t>
              </a:r>
              <a:endParaRPr lang="en-US" sz="3600" dirty="0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endParaRPr>
            </a:p>
            <a:p>
              <a:pPr algn="r">
                <a:lnSpc>
                  <a:spcPct val="200000"/>
                </a:lnSpc>
              </a:pPr>
              <a:r>
                <a:rPr lang="en-US" sz="3600" dirty="0">
                  <a:solidFill>
                    <a:schemeClr val="bg1"/>
                  </a:solidFill>
                  <a:latin typeface="Montserrat Regular" pitchFamily="2" charset="0"/>
                  <a:cs typeface="Aharoni" panose="02010803020104030203" pitchFamily="2" charset="-79"/>
                </a:rPr>
                <a:t>You</a:t>
              </a:r>
              <a:r>
                <a:rPr lang="en-US" sz="3600" dirty="0">
                  <a:solidFill>
                    <a:srgbClr val="FFC000"/>
                  </a:solidFill>
                  <a:latin typeface="Montserrat Regular" pitchFamily="2" charset="0"/>
                  <a:cs typeface="Aharoni" panose="02010803020104030203" pitchFamily="2" charset="-79"/>
                </a:rPr>
                <a:t> </a:t>
              </a:r>
              <a:r>
                <a:rPr lang="en-US" sz="2400" dirty="0">
                  <a:solidFill>
                    <a:srgbClr val="FFC000"/>
                  </a:solidFill>
                  <a:latin typeface="Montserrat Regular" pitchFamily="2" charset="0"/>
                  <a:cs typeface="Aharoni" panose="02010803020104030203" pitchFamily="2" charset="-79"/>
                </a:rPr>
                <a:t>&gt;&gt;</a:t>
              </a:r>
              <a:endParaRPr lang="en-US" sz="3600" dirty="0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endParaRPr>
            </a:p>
            <a:p>
              <a:pPr algn="r">
                <a:lnSpc>
                  <a:spcPct val="200000"/>
                </a:lnSpc>
              </a:pPr>
              <a:r>
                <a:rPr lang="en-US" sz="3600" dirty="0">
                  <a:solidFill>
                    <a:schemeClr val="bg1"/>
                  </a:solidFill>
                  <a:latin typeface="Montserrat Regular" pitchFamily="2" charset="0"/>
                  <a:cs typeface="Aharoni" panose="02010803020104030203" pitchFamily="2" charset="-79"/>
                </a:rPr>
                <a:t>He, She, It</a:t>
              </a:r>
              <a:r>
                <a:rPr lang="en-US" sz="3600" dirty="0">
                  <a:solidFill>
                    <a:srgbClr val="FFC000"/>
                  </a:solidFill>
                  <a:latin typeface="Montserrat Regular" pitchFamily="2" charset="0"/>
                  <a:cs typeface="Aharoni" panose="02010803020104030203" pitchFamily="2" charset="-79"/>
                </a:rPr>
                <a:t> </a:t>
              </a:r>
              <a:r>
                <a:rPr lang="en-US" sz="2400" dirty="0">
                  <a:solidFill>
                    <a:srgbClr val="FFC000"/>
                  </a:solidFill>
                  <a:latin typeface="Montserrat Regular" pitchFamily="2" charset="0"/>
                  <a:cs typeface="Aharoni" panose="02010803020104030203" pitchFamily="2" charset="-79"/>
                </a:rPr>
                <a:t>&gt;&gt;</a:t>
              </a:r>
              <a:endParaRPr lang="en-US" sz="3600" dirty="0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endParaRPr>
            </a:p>
            <a:p>
              <a:pPr algn="r">
                <a:lnSpc>
                  <a:spcPct val="200000"/>
                </a:lnSpc>
              </a:pPr>
              <a:r>
                <a:rPr lang="en-US" sz="3600" dirty="0">
                  <a:solidFill>
                    <a:schemeClr val="bg1"/>
                  </a:solidFill>
                  <a:latin typeface="Montserrat Regular" pitchFamily="2" charset="0"/>
                  <a:cs typeface="Aharoni" panose="02010803020104030203" pitchFamily="2" charset="-79"/>
                </a:rPr>
                <a:t>They</a:t>
              </a:r>
              <a:r>
                <a:rPr lang="en-US" sz="3600" dirty="0">
                  <a:solidFill>
                    <a:srgbClr val="FFC000"/>
                  </a:solidFill>
                  <a:latin typeface="Montserrat Regular" pitchFamily="2" charset="0"/>
                  <a:cs typeface="Aharoni" panose="02010803020104030203" pitchFamily="2" charset="-79"/>
                </a:rPr>
                <a:t> </a:t>
              </a:r>
              <a:r>
                <a:rPr lang="en-US" sz="2400" dirty="0">
                  <a:solidFill>
                    <a:srgbClr val="FFC000"/>
                  </a:solidFill>
                  <a:latin typeface="Montserrat Regular" pitchFamily="2" charset="0"/>
                  <a:cs typeface="Aharoni" panose="02010803020104030203" pitchFamily="2" charset="-79"/>
                </a:rPr>
                <a:t>&gt;&gt;</a:t>
              </a:r>
              <a:endParaRPr lang="en-US" sz="3600" dirty="0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703B382-A24D-B86B-EDFF-02A5A34790C7}"/>
                </a:ext>
              </a:extLst>
            </p:cNvPr>
            <p:cNvSpPr txBox="1"/>
            <p:nvPr/>
          </p:nvSpPr>
          <p:spPr>
            <a:xfrm>
              <a:off x="6096000" y="484006"/>
              <a:ext cx="4772460" cy="54881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3600" dirty="0" err="1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நான்</a:t>
              </a:r>
              <a:endParaRPr lang="en-US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>
                <a:lnSpc>
                  <a:spcPct val="200000"/>
                </a:lnSpc>
              </a:pPr>
              <a:r>
                <a:rPr lang="en-US" sz="3600" dirty="0" err="1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நாம்</a:t>
              </a:r>
              <a:r>
                <a:rPr lang="en-US" sz="3600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, </a:t>
              </a:r>
              <a:r>
                <a:rPr lang="en-US" sz="3600" dirty="0" err="1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நாங்கள்</a:t>
              </a:r>
              <a:endParaRPr lang="en-US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>
                <a:lnSpc>
                  <a:spcPct val="200000"/>
                </a:lnSpc>
              </a:pPr>
              <a:r>
                <a:rPr lang="en-US" sz="3600" dirty="0" err="1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நீ</a:t>
              </a:r>
              <a:r>
                <a:rPr lang="en-US" sz="3600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, </a:t>
              </a:r>
              <a:r>
                <a:rPr lang="en-US" sz="3600" dirty="0" err="1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நீங்கள்</a:t>
              </a:r>
              <a:endParaRPr lang="en-US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>
                <a:lnSpc>
                  <a:spcPct val="200000"/>
                </a:lnSpc>
              </a:pPr>
              <a:r>
                <a:rPr lang="en-US" sz="3600" dirty="0" err="1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அவன்</a:t>
              </a:r>
              <a:r>
                <a:rPr lang="en-US" sz="3600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, </a:t>
              </a:r>
              <a:r>
                <a:rPr lang="en-US" sz="3600" dirty="0" err="1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அவள்</a:t>
              </a:r>
              <a:r>
                <a:rPr lang="en-US" sz="3600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, </a:t>
              </a:r>
              <a:r>
                <a:rPr lang="en-US" sz="3600" dirty="0" err="1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அது</a:t>
              </a:r>
              <a:endParaRPr lang="en-US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>
                <a:lnSpc>
                  <a:spcPct val="200000"/>
                </a:lnSpc>
              </a:pPr>
              <a:r>
                <a:rPr lang="en-US" sz="3600" dirty="0" err="1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அவர்கள்</a:t>
              </a:r>
              <a:endParaRPr lang="en-US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95076A3-B719-80F7-519D-91035DE5AD38}"/>
              </a:ext>
            </a:extLst>
          </p:cNvPr>
          <p:cNvSpPr txBox="1"/>
          <p:nvPr/>
        </p:nvSpPr>
        <p:spPr>
          <a:xfrm>
            <a:off x="927300" y="1572127"/>
            <a:ext cx="2107821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1</a:t>
            </a:r>
            <a:r>
              <a:rPr lang="en-US" sz="3200" baseline="30000" dirty="0">
                <a:solidFill>
                  <a:schemeClr val="bg1"/>
                </a:solidFill>
              </a:rPr>
              <a:t>st</a:t>
            </a:r>
            <a:r>
              <a:rPr lang="en-US" sz="3200" dirty="0">
                <a:solidFill>
                  <a:schemeClr val="bg1"/>
                </a:solidFill>
              </a:rPr>
              <a:t> Person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(singular  &amp; plural)</a:t>
            </a:r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ABAA88C8-337E-F8FD-B0D2-C539A9DBD42D}"/>
              </a:ext>
            </a:extLst>
          </p:cNvPr>
          <p:cNvSpPr/>
          <p:nvPr/>
        </p:nvSpPr>
        <p:spPr>
          <a:xfrm>
            <a:off x="3732234" y="3316420"/>
            <a:ext cx="1276278" cy="569780"/>
          </a:xfrm>
          <a:prstGeom prst="leftArrow">
            <a:avLst>
              <a:gd name="adj1" fmla="val 34955"/>
              <a:gd name="adj2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00BBD4-390A-0907-3806-6625E233B4E7}"/>
              </a:ext>
            </a:extLst>
          </p:cNvPr>
          <p:cNvSpPr txBox="1"/>
          <p:nvPr/>
        </p:nvSpPr>
        <p:spPr>
          <a:xfrm>
            <a:off x="1584658" y="3139962"/>
            <a:ext cx="2147576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2</a:t>
            </a:r>
            <a:r>
              <a:rPr lang="en-US" sz="3200" baseline="30000" dirty="0">
                <a:solidFill>
                  <a:schemeClr val="bg1"/>
                </a:solidFill>
              </a:rPr>
              <a:t>nd</a:t>
            </a:r>
            <a:r>
              <a:rPr lang="en-US" sz="3200" dirty="0">
                <a:solidFill>
                  <a:schemeClr val="bg1"/>
                </a:solidFill>
              </a:rPr>
              <a:t> Person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(singular  &amp; plural)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46E99A-8FE2-0CB8-12CB-1AB57289B1F2}"/>
              </a:ext>
            </a:extLst>
          </p:cNvPr>
          <p:cNvSpPr txBox="1"/>
          <p:nvPr/>
        </p:nvSpPr>
        <p:spPr>
          <a:xfrm>
            <a:off x="4473514" y="508156"/>
            <a:ext cx="854721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dirty="0">
                <a:solidFill>
                  <a:srgbClr val="FFC000"/>
                </a:solidFill>
              </a:rPr>
              <a:t>{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DDE448-3BD7-488C-CF6B-077E9AC50C72}"/>
              </a:ext>
            </a:extLst>
          </p:cNvPr>
          <p:cNvSpPr txBox="1"/>
          <p:nvPr/>
        </p:nvSpPr>
        <p:spPr>
          <a:xfrm>
            <a:off x="2772470" y="4045082"/>
            <a:ext cx="854721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dirty="0">
                <a:solidFill>
                  <a:srgbClr val="FFC000"/>
                </a:solidFill>
              </a:rPr>
              <a:t>{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AA39CE-C8F3-D183-1A3E-09E54A94AD15}"/>
              </a:ext>
            </a:extLst>
          </p:cNvPr>
          <p:cNvSpPr txBox="1"/>
          <p:nvPr/>
        </p:nvSpPr>
        <p:spPr>
          <a:xfrm>
            <a:off x="572373" y="4945351"/>
            <a:ext cx="2147576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3</a:t>
            </a:r>
            <a:r>
              <a:rPr lang="en-US" sz="3200" baseline="30000" dirty="0">
                <a:solidFill>
                  <a:schemeClr val="bg1"/>
                </a:solidFill>
              </a:rPr>
              <a:t>rd</a:t>
            </a:r>
            <a:r>
              <a:rPr lang="en-US" sz="3200" dirty="0">
                <a:solidFill>
                  <a:schemeClr val="bg1"/>
                </a:solidFill>
              </a:rPr>
              <a:t> Person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(singular  &amp; plural)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12187EC-416B-2960-11EF-0BA8A70B89FD}"/>
              </a:ext>
            </a:extLst>
          </p:cNvPr>
          <p:cNvCxnSpPr/>
          <p:nvPr/>
        </p:nvCxnSpPr>
        <p:spPr>
          <a:xfrm flipH="1">
            <a:off x="1646161" y="1385888"/>
            <a:ext cx="4311727" cy="742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1744D1E-B9D5-4049-2CE0-5B3A920A5C38}"/>
              </a:ext>
            </a:extLst>
          </p:cNvPr>
          <p:cNvCxnSpPr>
            <a:cxnSpLocks/>
          </p:cNvCxnSpPr>
          <p:nvPr/>
        </p:nvCxnSpPr>
        <p:spPr>
          <a:xfrm flipH="1" flipV="1">
            <a:off x="3035121" y="2310470"/>
            <a:ext cx="2290140" cy="169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7765AA6-2DD7-2D2F-880A-4835DD28AB5F}"/>
              </a:ext>
            </a:extLst>
          </p:cNvPr>
          <p:cNvCxnSpPr/>
          <p:nvPr/>
        </p:nvCxnSpPr>
        <p:spPr>
          <a:xfrm flipH="1">
            <a:off x="1214438" y="4772025"/>
            <a:ext cx="2728912" cy="785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F154535-F962-1431-635A-145649850B5B}"/>
              </a:ext>
            </a:extLst>
          </p:cNvPr>
          <p:cNvCxnSpPr/>
          <p:nvPr/>
        </p:nvCxnSpPr>
        <p:spPr>
          <a:xfrm flipH="1">
            <a:off x="2658446" y="5724979"/>
            <a:ext cx="22424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95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1" grpId="0"/>
      <p:bldP spid="12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1E1B70-2AAA-0C08-D960-0EB089A06576}"/>
              </a:ext>
            </a:extLst>
          </p:cNvPr>
          <p:cNvSpPr txBox="1"/>
          <p:nvPr/>
        </p:nvSpPr>
        <p:spPr>
          <a:xfrm>
            <a:off x="572324" y="314325"/>
            <a:ext cx="3195105" cy="1075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4800" dirty="0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rPr>
              <a:t>Examples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F40F5E-CBF7-0FF7-5117-6E200072F44A}"/>
              </a:ext>
            </a:extLst>
          </p:cNvPr>
          <p:cNvSpPr txBox="1"/>
          <p:nvPr/>
        </p:nvSpPr>
        <p:spPr>
          <a:xfrm>
            <a:off x="1434708" y="3993970"/>
            <a:ext cx="8466529" cy="82965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>
                <a:latin typeface="Montserrat Regular" pitchFamily="2" charset="0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We are all Indians; We are Tamilians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D70471-1ACF-1B42-EAAA-ED1CB6B2B26B}"/>
              </a:ext>
            </a:extLst>
          </p:cNvPr>
          <p:cNvSpPr txBox="1"/>
          <p:nvPr/>
        </p:nvSpPr>
        <p:spPr>
          <a:xfrm>
            <a:off x="1955073" y="4923634"/>
            <a:ext cx="608371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நாம்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அனைவரும்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இந்தியர்கள்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  <a:p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நாங்கள்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தமிழர்கள்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447102-A12F-603D-4A0B-3F3156710095}"/>
              </a:ext>
            </a:extLst>
          </p:cNvPr>
          <p:cNvSpPr txBox="1"/>
          <p:nvPr/>
        </p:nvSpPr>
        <p:spPr>
          <a:xfrm>
            <a:off x="1955073" y="2449500"/>
            <a:ext cx="611577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நான்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ஒரு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மாணவன்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ள்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 </a:t>
            </a:r>
          </a:p>
          <a:p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நான்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கபடி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விளையாடுகிறேன்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42471F-4932-2D70-7509-F587D1C4C044}"/>
              </a:ext>
            </a:extLst>
          </p:cNvPr>
          <p:cNvSpPr txBox="1"/>
          <p:nvPr/>
        </p:nvSpPr>
        <p:spPr>
          <a:xfrm>
            <a:off x="1536435" y="1666747"/>
            <a:ext cx="7460697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Montserrat Regular" pitchFamily="2" charset="0"/>
                <a:cs typeface="Aharoni" panose="02010803020104030203" pitchFamily="2" charset="-79"/>
              </a:rPr>
              <a:t> I am a student; I play </a:t>
            </a:r>
            <a:r>
              <a:rPr lang="en-US" sz="3600" dirty="0" err="1">
                <a:latin typeface="Montserrat Regular" pitchFamily="2" charset="0"/>
                <a:cs typeface="Aharoni" panose="02010803020104030203" pitchFamily="2" charset="-79"/>
              </a:rPr>
              <a:t>Kabbaddi</a:t>
            </a:r>
            <a:endParaRPr lang="en-US" sz="4800" dirty="0">
              <a:latin typeface="Montserrat Regular" pitchFamily="2" charset="0"/>
              <a:cs typeface="Aharoni" panose="02010803020104030203" pitchFamily="2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5C8DB6-FAD5-F3EB-54D3-9C738D7C9C69}"/>
              </a:ext>
            </a:extLst>
          </p:cNvPr>
          <p:cNvSpPr txBox="1"/>
          <p:nvPr/>
        </p:nvSpPr>
        <p:spPr>
          <a:xfrm>
            <a:off x="4090820" y="725234"/>
            <a:ext cx="23519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highlight>
                  <a:srgbClr val="800000"/>
                </a:highlight>
                <a:latin typeface="Montserrat Regular" pitchFamily="2" charset="0"/>
                <a:cs typeface="Aharoni" panose="02010803020104030203" pitchFamily="2" charset="-79"/>
              </a:rPr>
              <a:t>1</a:t>
            </a:r>
            <a:r>
              <a:rPr lang="en-US" sz="3600" baseline="30000" dirty="0">
                <a:solidFill>
                  <a:schemeClr val="bg1"/>
                </a:solidFill>
                <a:highlight>
                  <a:srgbClr val="800000"/>
                </a:highlight>
                <a:latin typeface="Montserrat Regular" pitchFamily="2" charset="0"/>
                <a:cs typeface="Aharoni" panose="02010803020104030203" pitchFamily="2" charset="-79"/>
              </a:rPr>
              <a:t>st</a:t>
            </a:r>
            <a:r>
              <a:rPr lang="en-US" sz="3600" dirty="0">
                <a:solidFill>
                  <a:schemeClr val="bg1"/>
                </a:solidFill>
                <a:highlight>
                  <a:srgbClr val="800000"/>
                </a:highlight>
                <a:latin typeface="Montserrat Regular" pitchFamily="2" charset="0"/>
                <a:cs typeface="Aharoni" panose="02010803020104030203" pitchFamily="2" charset="-79"/>
              </a:rPr>
              <a:t> person</a:t>
            </a:r>
            <a:endParaRPr lang="en-US" sz="4800" dirty="0">
              <a:solidFill>
                <a:schemeClr val="bg1"/>
              </a:solidFill>
              <a:highlight>
                <a:srgbClr val="800000"/>
              </a:highlight>
              <a:latin typeface="Montserrat Regular" pitchFamily="2" charset="0"/>
              <a:cs typeface="Aharoni" panose="02010803020104030203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0E6AD6-8188-EEE7-BB95-D6D4B982BABE}"/>
              </a:ext>
            </a:extLst>
          </p:cNvPr>
          <p:cNvSpPr txBox="1"/>
          <p:nvPr/>
        </p:nvSpPr>
        <p:spPr>
          <a:xfrm>
            <a:off x="8903353" y="2729292"/>
            <a:ext cx="2358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highlight>
                  <a:srgbClr val="800000"/>
                </a:highlight>
                <a:latin typeface="Montserrat Regular" pitchFamily="2" charset="0"/>
                <a:cs typeface="Aharoni" panose="02010803020104030203" pitchFamily="2" charset="-79"/>
              </a:rPr>
              <a:t>(singular)</a:t>
            </a:r>
            <a:endParaRPr lang="en-US" sz="4800" dirty="0">
              <a:solidFill>
                <a:schemeClr val="bg1"/>
              </a:solidFill>
              <a:highlight>
                <a:srgbClr val="800000"/>
              </a:highlight>
              <a:latin typeface="Montserrat Regular" pitchFamily="2" charset="0"/>
              <a:cs typeface="Aharoni" panose="02010803020104030203" pitchFamily="2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B2FF76-1E30-F249-FFFF-B471FE5F7F66}"/>
              </a:ext>
            </a:extLst>
          </p:cNvPr>
          <p:cNvSpPr txBox="1"/>
          <p:nvPr/>
        </p:nvSpPr>
        <p:spPr>
          <a:xfrm>
            <a:off x="9445168" y="5077521"/>
            <a:ext cx="18165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highlight>
                  <a:srgbClr val="800000"/>
                </a:highlight>
                <a:latin typeface="Montserrat Regular" pitchFamily="2" charset="0"/>
                <a:cs typeface="Aharoni" panose="02010803020104030203" pitchFamily="2" charset="-79"/>
              </a:rPr>
              <a:t>(plural)</a:t>
            </a:r>
            <a:endParaRPr lang="en-US" sz="4800" dirty="0">
              <a:solidFill>
                <a:schemeClr val="bg1"/>
              </a:solidFill>
              <a:highlight>
                <a:srgbClr val="800000"/>
              </a:highlight>
              <a:latin typeface="Montserrat Regular" pitchFamily="2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22499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8" grpId="0"/>
      <p:bldP spid="9" grpId="0"/>
      <p:bldP spid="10" grpId="0" animBg="1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1E1B70-2AAA-0C08-D960-0EB089A06576}"/>
              </a:ext>
            </a:extLst>
          </p:cNvPr>
          <p:cNvSpPr txBox="1"/>
          <p:nvPr/>
        </p:nvSpPr>
        <p:spPr>
          <a:xfrm>
            <a:off x="572324" y="314325"/>
            <a:ext cx="3195105" cy="1075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4800" dirty="0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rPr>
              <a:t>Examples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447102-A12F-603D-4A0B-3F3156710095}"/>
              </a:ext>
            </a:extLst>
          </p:cNvPr>
          <p:cNvSpPr txBox="1"/>
          <p:nvPr/>
        </p:nvSpPr>
        <p:spPr>
          <a:xfrm>
            <a:off x="1826487" y="3144075"/>
            <a:ext cx="705032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நீ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அறிவாளியாக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இருக்கிறாய்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  <a:p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நீ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கடினமாக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வேலை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செய்கிறாய்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  <a:p>
            <a:endParaRPr lang="en-US" sz="28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நீங்கள்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நேர்மையாக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இருக்கிறீர்கள்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  <a:p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நீங்கள்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தைரியமாக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இருக்கிறீர்கள்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42471F-4932-2D70-7509-F587D1C4C044}"/>
              </a:ext>
            </a:extLst>
          </p:cNvPr>
          <p:cNvSpPr txBox="1"/>
          <p:nvPr/>
        </p:nvSpPr>
        <p:spPr>
          <a:xfrm>
            <a:off x="1536435" y="1666747"/>
            <a:ext cx="8324715" cy="1200329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Montserrat Regular" pitchFamily="2" charset="0"/>
                <a:cs typeface="Aharoni" panose="02010803020104030203" pitchFamily="2" charset="-79"/>
              </a:rPr>
              <a:t>You are very clever; You work hard; </a:t>
            </a:r>
          </a:p>
          <a:p>
            <a:r>
              <a:rPr lang="en-US" sz="3600" dirty="0">
                <a:latin typeface="Montserrat Regular" pitchFamily="2" charset="0"/>
                <a:cs typeface="Aharoni" panose="02010803020104030203" pitchFamily="2" charset="-79"/>
              </a:rPr>
              <a:t>You are honest; You are brave.</a:t>
            </a:r>
            <a:endParaRPr lang="en-US" sz="4800" dirty="0">
              <a:latin typeface="Montserrat Regular" pitchFamily="2" charset="0"/>
              <a:cs typeface="Aharoni" panose="02010803020104030203" pitchFamily="2" charset="-79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CB143E-8921-64AC-BDF3-7E11FAB7A2E2}"/>
              </a:ext>
            </a:extLst>
          </p:cNvPr>
          <p:cNvSpPr txBox="1"/>
          <p:nvPr/>
        </p:nvSpPr>
        <p:spPr>
          <a:xfrm>
            <a:off x="9186344" y="3144075"/>
            <a:ext cx="2358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highlight>
                  <a:srgbClr val="800000"/>
                </a:highlight>
                <a:latin typeface="Montserrat Regular" pitchFamily="2" charset="0"/>
                <a:cs typeface="Aharoni" panose="02010803020104030203" pitchFamily="2" charset="-79"/>
              </a:rPr>
              <a:t>(singular)</a:t>
            </a:r>
            <a:endParaRPr lang="en-US" sz="4800" dirty="0">
              <a:solidFill>
                <a:schemeClr val="bg1"/>
              </a:solidFill>
              <a:highlight>
                <a:srgbClr val="800000"/>
              </a:highlight>
              <a:latin typeface="Montserrat Regular" pitchFamily="2" charset="0"/>
              <a:cs typeface="Aharoni" panose="02010803020104030203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FA815A-025B-2BE7-1BD0-3E9C20794F73}"/>
              </a:ext>
            </a:extLst>
          </p:cNvPr>
          <p:cNvSpPr txBox="1"/>
          <p:nvPr/>
        </p:nvSpPr>
        <p:spPr>
          <a:xfrm>
            <a:off x="9728159" y="4425751"/>
            <a:ext cx="18165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highlight>
                  <a:srgbClr val="800000"/>
                </a:highlight>
                <a:latin typeface="Montserrat Regular" pitchFamily="2" charset="0"/>
                <a:cs typeface="Aharoni" panose="02010803020104030203" pitchFamily="2" charset="-79"/>
              </a:rPr>
              <a:t>(plural)</a:t>
            </a:r>
            <a:endParaRPr lang="en-US" sz="4800" dirty="0">
              <a:solidFill>
                <a:schemeClr val="bg1"/>
              </a:solidFill>
              <a:highlight>
                <a:srgbClr val="800000"/>
              </a:highlight>
              <a:latin typeface="Montserrat Regular" pitchFamily="2" charset="0"/>
              <a:cs typeface="Aharoni" panose="02010803020104030203" pitchFamily="2" charset="-79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66495D-4BE0-D175-2552-15B0827B12A8}"/>
              </a:ext>
            </a:extLst>
          </p:cNvPr>
          <p:cNvSpPr txBox="1"/>
          <p:nvPr/>
        </p:nvSpPr>
        <p:spPr>
          <a:xfrm>
            <a:off x="4090820" y="725234"/>
            <a:ext cx="25891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highlight>
                  <a:srgbClr val="800000"/>
                </a:highlight>
                <a:latin typeface="Montserrat Regular" pitchFamily="2" charset="0"/>
                <a:cs typeface="Aharoni" panose="02010803020104030203" pitchFamily="2" charset="-79"/>
              </a:rPr>
              <a:t>2</a:t>
            </a:r>
            <a:r>
              <a:rPr lang="en-US" sz="3600" baseline="30000" dirty="0">
                <a:solidFill>
                  <a:schemeClr val="bg1"/>
                </a:solidFill>
                <a:highlight>
                  <a:srgbClr val="800000"/>
                </a:highlight>
                <a:latin typeface="Montserrat Regular" pitchFamily="2" charset="0"/>
                <a:cs typeface="Aharoni" panose="02010803020104030203" pitchFamily="2" charset="-79"/>
              </a:rPr>
              <a:t>nd</a:t>
            </a:r>
            <a:r>
              <a:rPr lang="en-US" sz="3600" dirty="0">
                <a:solidFill>
                  <a:schemeClr val="bg1"/>
                </a:solidFill>
                <a:highlight>
                  <a:srgbClr val="800000"/>
                </a:highlight>
                <a:latin typeface="Montserrat Regular" pitchFamily="2" charset="0"/>
                <a:cs typeface="Aharoni" panose="02010803020104030203" pitchFamily="2" charset="-79"/>
              </a:rPr>
              <a:t> person</a:t>
            </a:r>
            <a:endParaRPr lang="en-US" sz="4800" dirty="0">
              <a:solidFill>
                <a:schemeClr val="bg1"/>
              </a:solidFill>
              <a:highlight>
                <a:srgbClr val="800000"/>
              </a:highlight>
              <a:latin typeface="Montserrat Regular" pitchFamily="2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06387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 animBg="1"/>
      <p:bldP spid="2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1E1B70-2AAA-0C08-D960-0EB089A06576}"/>
              </a:ext>
            </a:extLst>
          </p:cNvPr>
          <p:cNvSpPr txBox="1"/>
          <p:nvPr/>
        </p:nvSpPr>
        <p:spPr>
          <a:xfrm>
            <a:off x="572324" y="314325"/>
            <a:ext cx="3195105" cy="1075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4800" dirty="0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rPr>
              <a:t>Examples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447102-A12F-603D-4A0B-3F3156710095}"/>
              </a:ext>
            </a:extLst>
          </p:cNvPr>
          <p:cNvSpPr txBox="1"/>
          <p:nvPr/>
        </p:nvSpPr>
        <p:spPr>
          <a:xfrm>
            <a:off x="2034783" y="5131044"/>
            <a:ext cx="779091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அவர்கள்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படிக்கிறவர்கள்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(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மாணவர்கள்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)</a:t>
            </a:r>
          </a:p>
          <a:p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அவர்கள்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தினமும்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சாப்பிடுகிறார்கள்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42471F-4932-2D70-7509-F587D1C4C044}"/>
              </a:ext>
            </a:extLst>
          </p:cNvPr>
          <p:cNvSpPr txBox="1"/>
          <p:nvPr/>
        </p:nvSpPr>
        <p:spPr>
          <a:xfrm>
            <a:off x="1687582" y="4301393"/>
            <a:ext cx="7731604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Montserrat Regular" pitchFamily="2" charset="0"/>
                <a:cs typeface="Aharoni" panose="02010803020104030203" pitchFamily="2" charset="-79"/>
              </a:rPr>
              <a:t>They are learners. They eat daily. </a:t>
            </a:r>
            <a:endParaRPr lang="en-US" sz="4800" dirty="0">
              <a:latin typeface="Montserrat Regular" pitchFamily="2" charset="0"/>
              <a:cs typeface="Aharoni" panose="02010803020104030203" pitchFamily="2" charset="-79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334933-DF60-E31E-527A-5609BBE0D9E2}"/>
              </a:ext>
            </a:extLst>
          </p:cNvPr>
          <p:cNvSpPr txBox="1"/>
          <p:nvPr/>
        </p:nvSpPr>
        <p:spPr>
          <a:xfrm>
            <a:off x="1687582" y="1737625"/>
            <a:ext cx="8666155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>
                <a:latin typeface="Montserrat Regular" pitchFamily="2" charset="0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He is handsome; She is kind; It is bad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496195-A09E-065C-A39E-ABB32D00C33B}"/>
              </a:ext>
            </a:extLst>
          </p:cNvPr>
          <p:cNvSpPr txBox="1"/>
          <p:nvPr/>
        </p:nvSpPr>
        <p:spPr>
          <a:xfrm>
            <a:off x="2034783" y="2462367"/>
            <a:ext cx="576792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அவன்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அழகாக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இருக்கிறாள்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  <a:p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அவள்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அன்பாக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இருக்கிறாள்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  <a:p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அது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மோசமாக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இருக்கிறது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B852B1-104E-8158-155D-042BE72A3898}"/>
              </a:ext>
            </a:extLst>
          </p:cNvPr>
          <p:cNvSpPr txBox="1"/>
          <p:nvPr/>
        </p:nvSpPr>
        <p:spPr>
          <a:xfrm>
            <a:off x="9392039" y="2837987"/>
            <a:ext cx="2358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highlight>
                  <a:srgbClr val="800000"/>
                </a:highlight>
                <a:latin typeface="Montserrat Regular" pitchFamily="2" charset="0"/>
                <a:cs typeface="Aharoni" panose="02010803020104030203" pitchFamily="2" charset="-79"/>
              </a:rPr>
              <a:t>(singular)</a:t>
            </a:r>
            <a:endParaRPr lang="en-US" sz="4800" dirty="0">
              <a:solidFill>
                <a:schemeClr val="bg1"/>
              </a:solidFill>
              <a:highlight>
                <a:srgbClr val="800000"/>
              </a:highlight>
              <a:latin typeface="Montserrat Regular" pitchFamily="2" charset="0"/>
              <a:cs typeface="Aharoni" panose="02010803020104030203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1A8D8B-ABC7-73CC-E92C-F16C4EED4F29}"/>
              </a:ext>
            </a:extLst>
          </p:cNvPr>
          <p:cNvSpPr txBox="1"/>
          <p:nvPr/>
        </p:nvSpPr>
        <p:spPr>
          <a:xfrm>
            <a:off x="9933854" y="5131044"/>
            <a:ext cx="18165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highlight>
                  <a:srgbClr val="800000"/>
                </a:highlight>
                <a:latin typeface="Montserrat Regular" pitchFamily="2" charset="0"/>
                <a:cs typeface="Aharoni" panose="02010803020104030203" pitchFamily="2" charset="-79"/>
              </a:rPr>
              <a:t>(plural)</a:t>
            </a:r>
            <a:endParaRPr lang="en-US" sz="4800" dirty="0">
              <a:solidFill>
                <a:schemeClr val="bg1"/>
              </a:solidFill>
              <a:highlight>
                <a:srgbClr val="800000"/>
              </a:highlight>
              <a:latin typeface="Montserrat Regular" pitchFamily="2" charset="0"/>
              <a:cs typeface="Aharoni" panose="02010803020104030203" pitchFamily="2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73E870-A2E5-D2F8-CB07-13ECCD7A1F23}"/>
              </a:ext>
            </a:extLst>
          </p:cNvPr>
          <p:cNvSpPr txBox="1"/>
          <p:nvPr/>
        </p:nvSpPr>
        <p:spPr>
          <a:xfrm>
            <a:off x="4090820" y="725234"/>
            <a:ext cx="25010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highlight>
                  <a:srgbClr val="800000"/>
                </a:highlight>
                <a:latin typeface="Montserrat Regular" pitchFamily="2" charset="0"/>
                <a:cs typeface="Aharoni" panose="02010803020104030203" pitchFamily="2" charset="-79"/>
              </a:rPr>
              <a:t>3</a:t>
            </a:r>
            <a:r>
              <a:rPr lang="en-US" sz="3600" baseline="30000" dirty="0">
                <a:solidFill>
                  <a:schemeClr val="bg1"/>
                </a:solidFill>
                <a:highlight>
                  <a:srgbClr val="800000"/>
                </a:highlight>
                <a:latin typeface="Montserrat Regular" pitchFamily="2" charset="0"/>
                <a:cs typeface="Aharoni" panose="02010803020104030203" pitchFamily="2" charset="-79"/>
              </a:rPr>
              <a:t>rd</a:t>
            </a:r>
            <a:r>
              <a:rPr lang="en-US" sz="3600" dirty="0">
                <a:solidFill>
                  <a:schemeClr val="bg1"/>
                </a:solidFill>
                <a:highlight>
                  <a:srgbClr val="800000"/>
                </a:highlight>
                <a:latin typeface="Montserrat Regular" pitchFamily="2" charset="0"/>
                <a:cs typeface="Aharoni" panose="02010803020104030203" pitchFamily="2" charset="-79"/>
              </a:rPr>
              <a:t> person</a:t>
            </a:r>
            <a:endParaRPr lang="en-US" sz="4800" dirty="0">
              <a:solidFill>
                <a:schemeClr val="bg1"/>
              </a:solidFill>
              <a:highlight>
                <a:srgbClr val="800000"/>
              </a:highlight>
              <a:latin typeface="Montserrat Regular" pitchFamily="2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10152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 animBg="1"/>
      <p:bldP spid="2" grpId="0" animBg="1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222</Words>
  <Application>Microsoft Office PowerPoint</Application>
  <PresentationFormat>Widescreen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Aharoni</vt:lpstr>
      <vt:lpstr>Aptos Narrow</vt:lpstr>
      <vt:lpstr>Arial</vt:lpstr>
      <vt:lpstr>Calibri</vt:lpstr>
      <vt:lpstr>Calibri Light</vt:lpstr>
      <vt:lpstr>Montserrat Bold</vt:lpstr>
      <vt:lpstr>Montserrat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IPA BFSBC</dc:creator>
  <cp:lastModifiedBy>IPA BFSBC</cp:lastModifiedBy>
  <cp:revision>5</cp:revision>
  <dcterms:created xsi:type="dcterms:W3CDTF">2024-01-28T12:20:46Z</dcterms:created>
  <dcterms:modified xsi:type="dcterms:W3CDTF">2024-03-14T16:50:39Z</dcterms:modified>
</cp:coreProperties>
</file>