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74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52BBC-A55C-E9C7-B6FC-82FEFE542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F9A15-23F4-89EF-F165-1A63B6C77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12685-3E80-F33D-D144-C69B9D8B2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AF0C-BBB7-4223-B91C-2F4E97A3A3B5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ECE36-F75F-2E8B-7C71-7D3319CE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D90AF-73D6-AFC5-7018-B4741484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5A5E-1056-4D92-831D-72E6779A6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75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BAB8-244E-0281-4618-45722560F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7E4C9-0BBE-D358-7288-075E55074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48DD6-F983-4B8B-EFA4-FB94205A0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AF0C-BBB7-4223-B91C-2F4E97A3A3B5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2D51C-6F53-6F3F-8786-AFBE646E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752A5-9FAC-3492-424C-324225B3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5A5E-1056-4D92-831D-72E6779A6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77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DC0AB-BAE1-7799-CC59-B05D97D85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601F8-DAFB-4E77-9222-675D88B17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0754B-84D9-18F3-ABE9-5E61372D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AF0C-BBB7-4223-B91C-2F4E97A3A3B5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75833-84EF-5E96-A3AF-3982089D9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2751E-96BB-0291-6C6E-FC100663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5A5E-1056-4D92-831D-72E6779A6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5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5F0B-1BBB-D950-CB39-CE08E871A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F4920-9962-DC06-D7CE-221FCB5C5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6E318-33F8-6041-948E-F6970F68D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C02BE-6E98-4B13-56CF-38F2D3061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AF0C-BBB7-4223-B91C-2F4E97A3A3B5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4B148-1317-236B-1606-8092DFDF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69E22-F229-047C-B20A-ADCFB37CC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5A5E-1056-4D92-831D-72E6779A6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FAF8-A4A5-9E3C-4DD1-A4690A85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4C41-BBB7-0309-1CC0-A000FA06E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AB251-679F-0D45-A4AC-A4DF3B439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8FB6C-2B29-A001-F38F-AA9EF7130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71CB7F-B3AF-22F0-EC59-617CEA88E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A0C18-025F-7155-CFBB-01F16BCCA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AF0C-BBB7-4223-B91C-2F4E97A3A3B5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0FFB6D-AE63-94D2-0662-2C7A0365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19142-E108-548C-F95D-D7A9C4056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5A5E-1056-4D92-831D-72E6779A6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68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5826-3FD5-6A3B-B528-7E55D2F4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DB395-E27D-60F5-1BDA-BCE8F49B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AF0C-BBB7-4223-B91C-2F4E97A3A3B5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0FCE9-C98B-1358-61D6-0D289930E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5CE7F-8481-CF02-AF07-BBA7829A2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5A5E-1056-4D92-831D-72E6779A6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6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DA24B-FCEE-3D27-93E5-97BDB4F5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AF0C-BBB7-4223-B91C-2F4E97A3A3B5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BBB89-0368-0D72-F9F9-C1232E2B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E38FF-AEA7-E9CD-CACD-4CA877C0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5A5E-1056-4D92-831D-72E6779A6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7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12C83-6AF4-3E72-AE1A-339F37950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B396C-6C93-C2A5-6821-1EB5D6D6C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17255-C54A-AA45-EC22-7D6493A24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6491A-755D-0F4D-4126-11154A89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AF0C-BBB7-4223-B91C-2F4E97A3A3B5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324ED-A816-CA34-375F-8CCEE381A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7ADB9-9D5D-B9C1-5B32-975116A9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5A5E-1056-4D92-831D-72E6779A6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05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DBD8-6E58-2926-A5D8-8FA37D66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53C3F4-D515-7A6F-3A4C-A21D3DF60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4172A-EE40-E515-A777-EC3581AA0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B1A63-1E68-DAA0-79DE-038A0AC76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AF0C-BBB7-4223-B91C-2F4E97A3A3B5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ED422-8FA1-5B16-B11A-36178C2B0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F841A-95FF-EF48-C56A-0FCF95C2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5A5E-1056-4D92-831D-72E6779A6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16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0CAA-86A9-6A9D-43C8-DFC49DAB3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0D8FE-F78A-8536-D4E7-BACB1A6C8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DFD1C-9708-0082-8028-FF7C4DE2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AF0C-BBB7-4223-B91C-2F4E97A3A3B5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0A2CC-EA83-CC25-D0EC-FDE59E26F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5AA91-F3B2-D2AE-3B19-0D47E7202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5A5E-1056-4D92-831D-72E6779A6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0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412980-4504-AE03-F91B-DAAA90C7B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1F520-3D63-D0F3-1378-A98C7B3FE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535C9-6FF1-5260-8C3D-C8AAFA2C0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AF0C-BBB7-4223-B91C-2F4E97A3A3B5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65F5D-7812-0047-D87E-9CE94CD0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739A-4B91-AE9C-8D4C-E89D39157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F5A5E-1056-4D92-831D-72E6779A6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4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6133F-C343-9EEF-D6E7-BAC0115E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D82FC-3B2C-4E50-CB9D-FBC84123A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EBF3-2D81-BFC2-9360-C89A68A3E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DAF0C-BBB7-4223-B91C-2F4E97A3A3B5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EDC29-2C6D-20D7-A524-C0E8A4233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182B6-93F8-D914-D7A5-2B3F78403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F5A5E-1056-4D92-831D-72E6779A6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2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52AB53CE-BC7D-7E5F-1FEA-A9CD7F3DFBF0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rgbClr val="0070C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ptos Narrow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493957"/>
            <a:ext cx="67585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itchFamily="2" charset="0"/>
                <a:cs typeface="Aharoni" panose="02010803020104030203" pitchFamily="2" charset="-79"/>
              </a:rPr>
              <a:t>Parts of Speech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153CA-7F31-5FEF-9097-999A1911B42D}"/>
              </a:ext>
            </a:extLst>
          </p:cNvPr>
          <p:cNvSpPr txBox="1"/>
          <p:nvPr/>
        </p:nvSpPr>
        <p:spPr>
          <a:xfrm>
            <a:off x="1043440" y="1729200"/>
            <a:ext cx="20217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1. Noun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6044E-4C2A-59B3-CA0E-B6ABC7958C13}"/>
              </a:ext>
            </a:extLst>
          </p:cNvPr>
          <p:cNvSpPr txBox="1"/>
          <p:nvPr/>
        </p:nvSpPr>
        <p:spPr>
          <a:xfrm>
            <a:off x="1043440" y="2869504"/>
            <a:ext cx="1914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2. Verb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10F4A-E74F-EB5C-A6A0-B56DB3AB5A98}"/>
              </a:ext>
            </a:extLst>
          </p:cNvPr>
          <p:cNvSpPr txBox="1"/>
          <p:nvPr/>
        </p:nvSpPr>
        <p:spPr>
          <a:xfrm>
            <a:off x="1043440" y="4009808"/>
            <a:ext cx="29418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3. Pronoun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29AE7-6914-E4EC-0A00-0F6DA701FDCF}"/>
              </a:ext>
            </a:extLst>
          </p:cNvPr>
          <p:cNvSpPr txBox="1"/>
          <p:nvPr/>
        </p:nvSpPr>
        <p:spPr>
          <a:xfrm>
            <a:off x="1043440" y="5150112"/>
            <a:ext cx="36728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4. Preposition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2F167-B964-BB2C-0AFF-0A4855972060}"/>
              </a:ext>
            </a:extLst>
          </p:cNvPr>
          <p:cNvSpPr txBox="1"/>
          <p:nvPr/>
        </p:nvSpPr>
        <p:spPr>
          <a:xfrm>
            <a:off x="6581286" y="1729200"/>
            <a:ext cx="30572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5. Adjective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8AD59C-E88F-D84D-D9A5-B2FC0853D458}"/>
              </a:ext>
            </a:extLst>
          </p:cNvPr>
          <p:cNvSpPr txBox="1"/>
          <p:nvPr/>
        </p:nvSpPr>
        <p:spPr>
          <a:xfrm>
            <a:off x="6581286" y="2869504"/>
            <a:ext cx="25619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6. Adverb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B607DF-1929-C713-9DC3-E271FD317364}"/>
              </a:ext>
            </a:extLst>
          </p:cNvPr>
          <p:cNvSpPr txBox="1"/>
          <p:nvPr/>
        </p:nvSpPr>
        <p:spPr>
          <a:xfrm>
            <a:off x="6581286" y="4009808"/>
            <a:ext cx="3855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7. Conjunction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AC8DF8-ACEE-E162-30E5-4785E87FBFA3}"/>
              </a:ext>
            </a:extLst>
          </p:cNvPr>
          <p:cNvSpPr txBox="1"/>
          <p:nvPr/>
        </p:nvSpPr>
        <p:spPr>
          <a:xfrm>
            <a:off x="6581286" y="5150112"/>
            <a:ext cx="3677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8. Interjection</a:t>
            </a:r>
          </a:p>
        </p:txBody>
      </p:sp>
    </p:spTree>
    <p:extLst>
      <p:ext uri="{BB962C8B-B14F-4D97-AF65-F5344CB8AC3E}">
        <p14:creationId xmlns:p14="http://schemas.microsoft.com/office/powerpoint/2010/main" val="1763074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493957"/>
            <a:ext cx="67585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>
                  <a:solidFill>
                    <a:schemeClr val="bg1"/>
                  </a:solidFill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itchFamily="2" charset="0"/>
                <a:cs typeface="Aharoni" panose="02010803020104030203" pitchFamily="2" charset="-79"/>
              </a:rPr>
              <a:t>Parts of Speech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153CA-7F31-5FEF-9097-999A1911B42D}"/>
              </a:ext>
            </a:extLst>
          </p:cNvPr>
          <p:cNvSpPr txBox="1"/>
          <p:nvPr/>
        </p:nvSpPr>
        <p:spPr>
          <a:xfrm>
            <a:off x="979272" y="1729200"/>
            <a:ext cx="2124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itchFamily="2" charset="0"/>
                <a:cs typeface="Aharoni" panose="02010803020104030203" pitchFamily="2" charset="-79"/>
              </a:rPr>
              <a:t>1. Noun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2F167-B964-BB2C-0AFF-0A4855972060}"/>
              </a:ext>
            </a:extLst>
          </p:cNvPr>
          <p:cNvSpPr txBox="1"/>
          <p:nvPr/>
        </p:nvSpPr>
        <p:spPr>
          <a:xfrm>
            <a:off x="1623572" y="2437086"/>
            <a:ext cx="95249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Noun is a naming word. It can be a person, </a:t>
            </a:r>
          </a:p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place, animal, thing or an idea.</a:t>
            </a:r>
          </a:p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e.g. Hari, Ooty, Lion, Keyboard, Newton’s law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1C35F-A318-6956-4290-E32F64CC7C47}"/>
              </a:ext>
            </a:extLst>
          </p:cNvPr>
          <p:cNvSpPr txBox="1"/>
          <p:nvPr/>
        </p:nvSpPr>
        <p:spPr>
          <a:xfrm>
            <a:off x="979272" y="4222190"/>
            <a:ext cx="2008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itchFamily="2" charset="0"/>
                <a:cs typeface="Aharoni" panose="02010803020104030203" pitchFamily="2" charset="-79"/>
              </a:rPr>
              <a:t>2. Verb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252D2-BB2E-374D-050B-5396D294AC3F}"/>
              </a:ext>
            </a:extLst>
          </p:cNvPr>
          <p:cNvSpPr txBox="1"/>
          <p:nvPr/>
        </p:nvSpPr>
        <p:spPr>
          <a:xfrm>
            <a:off x="1623572" y="4930076"/>
            <a:ext cx="9524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Verb is an action word. </a:t>
            </a:r>
          </a:p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e.g. run, go, eat, write, speak.</a:t>
            </a:r>
          </a:p>
        </p:txBody>
      </p:sp>
    </p:spTree>
    <p:extLst>
      <p:ext uri="{BB962C8B-B14F-4D97-AF65-F5344CB8AC3E}">
        <p14:creationId xmlns:p14="http://schemas.microsoft.com/office/powerpoint/2010/main" val="210993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493957"/>
            <a:ext cx="67585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>
                  <a:solidFill>
                    <a:schemeClr val="bg1"/>
                  </a:solidFill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itchFamily="2" charset="0"/>
                <a:cs typeface="Aharoni" panose="02010803020104030203" pitchFamily="2" charset="-79"/>
              </a:rPr>
              <a:t>Parts of Speech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153CA-7F31-5FEF-9097-999A1911B42D}"/>
              </a:ext>
            </a:extLst>
          </p:cNvPr>
          <p:cNvSpPr txBox="1"/>
          <p:nvPr/>
        </p:nvSpPr>
        <p:spPr>
          <a:xfrm>
            <a:off x="979272" y="1729200"/>
            <a:ext cx="30476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itchFamily="2" charset="0"/>
                <a:cs typeface="Aharoni" panose="02010803020104030203" pitchFamily="2" charset="-79"/>
              </a:rPr>
              <a:t>3. Pronoun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2F167-B964-BB2C-0AFF-0A4855972060}"/>
              </a:ext>
            </a:extLst>
          </p:cNvPr>
          <p:cNvSpPr txBox="1"/>
          <p:nvPr/>
        </p:nvSpPr>
        <p:spPr>
          <a:xfrm>
            <a:off x="1623572" y="2437086"/>
            <a:ext cx="95249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Pronoun replaces the noun in a sentence. </a:t>
            </a:r>
          </a:p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e.g. Ravi is a noun. Ravi will become he. </a:t>
            </a:r>
          </a:p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Radha becomes she; Cat becomes it.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1C35F-A318-6956-4290-E32F64CC7C47}"/>
              </a:ext>
            </a:extLst>
          </p:cNvPr>
          <p:cNvSpPr txBox="1"/>
          <p:nvPr/>
        </p:nvSpPr>
        <p:spPr>
          <a:xfrm>
            <a:off x="979272" y="4222190"/>
            <a:ext cx="38459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itchFamily="2" charset="0"/>
                <a:cs typeface="Aharoni" panose="02010803020104030203" pitchFamily="2" charset="-79"/>
              </a:rPr>
              <a:t>4. Preposition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252D2-BB2E-374D-050B-5396D294AC3F}"/>
              </a:ext>
            </a:extLst>
          </p:cNvPr>
          <p:cNvSpPr txBox="1"/>
          <p:nvPr/>
        </p:nvSpPr>
        <p:spPr>
          <a:xfrm>
            <a:off x="1623572" y="4930076"/>
            <a:ext cx="9524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It denotes the place or position of a noun. </a:t>
            </a:r>
          </a:p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e.g. Under the table; Below the sun.</a:t>
            </a:r>
          </a:p>
        </p:txBody>
      </p:sp>
    </p:spTree>
    <p:extLst>
      <p:ext uri="{BB962C8B-B14F-4D97-AF65-F5344CB8AC3E}">
        <p14:creationId xmlns:p14="http://schemas.microsoft.com/office/powerpoint/2010/main" val="309423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2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493957"/>
            <a:ext cx="67585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>
                  <a:solidFill>
                    <a:schemeClr val="bg1"/>
                  </a:solidFill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itchFamily="2" charset="0"/>
                <a:cs typeface="Aharoni" panose="02010803020104030203" pitchFamily="2" charset="-79"/>
              </a:rPr>
              <a:t>Parts of Speech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153CA-7F31-5FEF-9097-999A1911B42D}"/>
              </a:ext>
            </a:extLst>
          </p:cNvPr>
          <p:cNvSpPr txBox="1"/>
          <p:nvPr/>
        </p:nvSpPr>
        <p:spPr>
          <a:xfrm>
            <a:off x="979272" y="1729200"/>
            <a:ext cx="3236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itchFamily="2" charset="0"/>
                <a:cs typeface="Aharoni" panose="02010803020104030203" pitchFamily="2" charset="-79"/>
              </a:rPr>
              <a:t>5. Adjective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2F167-B964-BB2C-0AFF-0A4855972060}"/>
              </a:ext>
            </a:extLst>
          </p:cNvPr>
          <p:cNvSpPr txBox="1"/>
          <p:nvPr/>
        </p:nvSpPr>
        <p:spPr>
          <a:xfrm>
            <a:off x="1623572" y="2437086"/>
            <a:ext cx="9524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It adds more meaning to the noun. </a:t>
            </a:r>
          </a:p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e.g. Boy –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good</a:t>
            </a: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 boy; Bag –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red</a:t>
            </a: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 bag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1C35F-A318-6956-4290-E32F64CC7C47}"/>
              </a:ext>
            </a:extLst>
          </p:cNvPr>
          <p:cNvSpPr txBox="1"/>
          <p:nvPr/>
        </p:nvSpPr>
        <p:spPr>
          <a:xfrm>
            <a:off x="979272" y="4222190"/>
            <a:ext cx="26933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itchFamily="2" charset="0"/>
                <a:cs typeface="Aharoni" panose="02010803020104030203" pitchFamily="2" charset="-79"/>
              </a:rPr>
              <a:t>6. Adverb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252D2-BB2E-374D-050B-5396D294AC3F}"/>
              </a:ext>
            </a:extLst>
          </p:cNvPr>
          <p:cNvSpPr txBox="1"/>
          <p:nvPr/>
        </p:nvSpPr>
        <p:spPr>
          <a:xfrm>
            <a:off x="1623572" y="4930076"/>
            <a:ext cx="9524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It adds more meaning to the verb. </a:t>
            </a:r>
          </a:p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e.g. writing – writing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slowly; </a:t>
            </a: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working </a:t>
            </a:r>
            <a:r>
              <a:rPr lang="en-US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skillfully</a:t>
            </a:r>
          </a:p>
        </p:txBody>
      </p:sp>
    </p:spTree>
    <p:extLst>
      <p:ext uri="{BB962C8B-B14F-4D97-AF65-F5344CB8AC3E}">
        <p14:creationId xmlns:p14="http://schemas.microsoft.com/office/powerpoint/2010/main" val="313776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2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493957"/>
            <a:ext cx="67585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>
                  <a:solidFill>
                    <a:schemeClr val="bg1"/>
                  </a:solidFill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itchFamily="2" charset="0"/>
                <a:cs typeface="Aharoni" panose="02010803020104030203" pitchFamily="2" charset="-79"/>
              </a:rPr>
              <a:t>Parts of Speech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153CA-7F31-5FEF-9097-999A1911B42D}"/>
              </a:ext>
            </a:extLst>
          </p:cNvPr>
          <p:cNvSpPr txBox="1"/>
          <p:nvPr/>
        </p:nvSpPr>
        <p:spPr>
          <a:xfrm>
            <a:off x="979272" y="1729200"/>
            <a:ext cx="40142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itchFamily="2" charset="0"/>
                <a:cs typeface="Aharoni" panose="02010803020104030203" pitchFamily="2" charset="-79"/>
              </a:rPr>
              <a:t>7. Conjunction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2F167-B964-BB2C-0AFF-0A4855972060}"/>
              </a:ext>
            </a:extLst>
          </p:cNvPr>
          <p:cNvSpPr txBox="1"/>
          <p:nvPr/>
        </p:nvSpPr>
        <p:spPr>
          <a:xfrm>
            <a:off x="1623572" y="2437086"/>
            <a:ext cx="9524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It connects two or more phrases or sentences.</a:t>
            </a:r>
          </a:p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e.g. bat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and</a:t>
            </a: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 ball;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because</a:t>
            </a: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 of this; this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or</a:t>
            </a:r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 that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1C35F-A318-6956-4290-E32F64CC7C47}"/>
              </a:ext>
            </a:extLst>
          </p:cNvPr>
          <p:cNvSpPr txBox="1"/>
          <p:nvPr/>
        </p:nvSpPr>
        <p:spPr>
          <a:xfrm>
            <a:off x="979272" y="4222190"/>
            <a:ext cx="38667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SemiBold" pitchFamily="2" charset="0"/>
                <a:cs typeface="Aharoni" panose="02010803020104030203" pitchFamily="2" charset="-79"/>
              </a:rPr>
              <a:t>8. Interjection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252D2-BB2E-374D-050B-5396D294AC3F}"/>
              </a:ext>
            </a:extLst>
          </p:cNvPr>
          <p:cNvSpPr txBox="1"/>
          <p:nvPr/>
        </p:nvSpPr>
        <p:spPr>
          <a:xfrm>
            <a:off x="1623572" y="4930076"/>
            <a:ext cx="95249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It is used to express feelings. Happy, sad, excitements etc. </a:t>
            </a:r>
          </a:p>
          <a:p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e.g. wow! Great! how sad! Oh! poor thing!</a:t>
            </a:r>
          </a:p>
        </p:txBody>
      </p:sp>
    </p:spTree>
    <p:extLst>
      <p:ext uri="{BB962C8B-B14F-4D97-AF65-F5344CB8AC3E}">
        <p14:creationId xmlns:p14="http://schemas.microsoft.com/office/powerpoint/2010/main" val="33527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2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493957"/>
            <a:ext cx="42290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regular" pitchFamily="2" charset="0"/>
                <a:cs typeface="Aharoni" panose="02010803020104030203" pitchFamily="2" charset="-79"/>
              </a:rPr>
              <a:t>Let’s recall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153CA-7F31-5FEF-9097-999A1911B42D}"/>
              </a:ext>
            </a:extLst>
          </p:cNvPr>
          <p:cNvSpPr txBox="1"/>
          <p:nvPr/>
        </p:nvSpPr>
        <p:spPr>
          <a:xfrm>
            <a:off x="1043440" y="1729200"/>
            <a:ext cx="20217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1. Noun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6044E-4C2A-59B3-CA0E-B6ABC7958C13}"/>
              </a:ext>
            </a:extLst>
          </p:cNvPr>
          <p:cNvSpPr txBox="1"/>
          <p:nvPr/>
        </p:nvSpPr>
        <p:spPr>
          <a:xfrm>
            <a:off x="1043440" y="2869504"/>
            <a:ext cx="1914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2. Verb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10F4A-E74F-EB5C-A6A0-B56DB3AB5A98}"/>
              </a:ext>
            </a:extLst>
          </p:cNvPr>
          <p:cNvSpPr txBox="1"/>
          <p:nvPr/>
        </p:nvSpPr>
        <p:spPr>
          <a:xfrm>
            <a:off x="1043440" y="4009808"/>
            <a:ext cx="29418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3. Pronoun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29AE7-6914-E4EC-0A00-0F6DA701FDCF}"/>
              </a:ext>
            </a:extLst>
          </p:cNvPr>
          <p:cNvSpPr txBox="1"/>
          <p:nvPr/>
        </p:nvSpPr>
        <p:spPr>
          <a:xfrm>
            <a:off x="1043440" y="5150112"/>
            <a:ext cx="36728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4. Preposition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2F167-B964-BB2C-0AFF-0A4855972060}"/>
              </a:ext>
            </a:extLst>
          </p:cNvPr>
          <p:cNvSpPr txBox="1"/>
          <p:nvPr/>
        </p:nvSpPr>
        <p:spPr>
          <a:xfrm>
            <a:off x="6581286" y="1729200"/>
            <a:ext cx="30572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5. Adjective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8AD59C-E88F-D84D-D9A5-B2FC0853D458}"/>
              </a:ext>
            </a:extLst>
          </p:cNvPr>
          <p:cNvSpPr txBox="1"/>
          <p:nvPr/>
        </p:nvSpPr>
        <p:spPr>
          <a:xfrm>
            <a:off x="6581286" y="2869504"/>
            <a:ext cx="25619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6. Adverb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B607DF-1929-C713-9DC3-E271FD317364}"/>
              </a:ext>
            </a:extLst>
          </p:cNvPr>
          <p:cNvSpPr txBox="1"/>
          <p:nvPr/>
        </p:nvSpPr>
        <p:spPr>
          <a:xfrm>
            <a:off x="6581286" y="4009808"/>
            <a:ext cx="3855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7. Conjunction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AC8DF8-ACEE-E162-30E5-4785E87FBFA3}"/>
              </a:ext>
            </a:extLst>
          </p:cNvPr>
          <p:cNvSpPr txBox="1"/>
          <p:nvPr/>
        </p:nvSpPr>
        <p:spPr>
          <a:xfrm>
            <a:off x="6581286" y="5150112"/>
            <a:ext cx="3677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Light" pitchFamily="2" charset="0"/>
                <a:cs typeface="Aharoni" panose="02010803020104030203" pitchFamily="2" charset="-79"/>
              </a:rPr>
              <a:t>8. Interjection</a:t>
            </a:r>
          </a:p>
        </p:txBody>
      </p:sp>
    </p:spTree>
    <p:extLst>
      <p:ext uri="{BB962C8B-B14F-4D97-AF65-F5344CB8AC3E}">
        <p14:creationId xmlns:p14="http://schemas.microsoft.com/office/powerpoint/2010/main" val="428849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293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Aharoni</vt:lpstr>
      <vt:lpstr>Aptos Narrow</vt:lpstr>
      <vt:lpstr>Arial</vt:lpstr>
      <vt:lpstr>Calibri</vt:lpstr>
      <vt:lpstr>Calibri Light</vt:lpstr>
      <vt:lpstr>Montserrat Black</vt:lpstr>
      <vt:lpstr>Montserrat Bold</vt:lpstr>
      <vt:lpstr>Montserrat Light</vt:lpstr>
      <vt:lpstr>Montserrat regular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7</cp:revision>
  <dcterms:created xsi:type="dcterms:W3CDTF">2024-01-27T15:15:55Z</dcterms:created>
  <dcterms:modified xsi:type="dcterms:W3CDTF">2024-05-07T05:40:35Z</dcterms:modified>
</cp:coreProperties>
</file>