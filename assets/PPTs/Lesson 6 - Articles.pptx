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3056" autoAdjust="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D78F74-EAF1-48FE-B479-1FB47DCC95C3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501770-5FEC-4D83-859E-4596763E2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720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a noun?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01770-5FEC-4D83-859E-4596763E2E8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864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a noun?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01770-5FEC-4D83-859E-4596763E2E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71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a noun?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01770-5FEC-4D83-859E-4596763E2E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239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9DF29-994F-4016-A72F-FA035FF84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36878-561A-07F1-5BB5-3A8456C6B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FEED8-A0D0-F62F-B03B-047616EEC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EDB3F-549E-EE9E-C348-062FB16B1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A14A6-AD7C-46C4-B2BF-870AE88E5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58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377AD-E51D-4961-2357-4A3B492F5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4B6D4-D220-7E00-2043-97BF4CE72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4BFE5-51B0-8F76-9EA1-AB9627A72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A4987-FBD0-078F-42C7-92EA735AF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BC86E-FBB6-9711-A5D1-3540F44AF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93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4BC26-D83A-7B77-9027-71BF3942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3A666-9FDB-297A-5F20-5769C6D37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8E80C-732A-2A63-C2FC-42E575402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9D767-C239-35F9-EC13-B8A226C76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91574-FC30-138A-ED2A-FB692F5D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70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35034-AA35-99B9-FC59-34ADCEE4F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D7426-886E-3EC9-AABC-8EEE1D1CB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D36E6-D303-5EE5-25B8-C0144320B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6557E-618B-A959-B873-09FF14916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0AECC-F36F-1F1A-3977-CC87E6280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16510-4F28-CA06-D101-BAE71F2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643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2201-B5AE-163B-F61F-5C0F44874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96307-3E99-9FC1-32FB-ABA0DA62C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76FF9-A7B1-B65B-3D08-BE1B58753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6BDF89-81B9-49DE-9A84-D53D27D08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AB6D9A-BE20-6289-1768-22CD7CB5F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5200BB-3BA0-56F0-0C1C-40E34F140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F459F0-9FE4-0EA4-9E11-896B914EA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143783-3387-666B-BBFE-0AB2502A1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783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3C739-A682-0DF3-0417-776522A45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6E69B4-B217-F44A-AEB4-A7A1E8E8B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847F3B-A8D4-C3C3-AA08-D7EF016B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F91BC-6C82-B366-521F-A6D93887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62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E68CEF-ECCA-E4CF-960C-A827303B9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8E9057-F29F-B07D-7486-3B0A6BDC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EA31C-0AB0-C4A5-88D7-76E6B6BA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4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43E1-EE33-C85C-335D-D0C53222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CF8-15D0-D991-2636-358E89622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D545F-14EC-E670-91DA-D27C5B209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4593B-5A10-6FE0-804F-8806C96B9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F9B53-457D-BCA9-79F1-CFACE9387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99203-2DA0-6665-A713-BA316456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88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C35A1-3F15-7C8E-9973-0C4BFEBFC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EEBA8B-6A12-443D-582F-1C1DE11E9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4B03E-829C-A89B-DEF4-956D8949E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59819-931A-3CC2-36BC-19012E8C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D8038-DA20-46C1-BE2B-704446EFB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0368A-BF1F-BB78-FFD0-8EF33DE99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33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D3315-5CDF-21DE-4236-389DED53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9DB7E-E672-75B4-204C-951794C43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775F3-35BB-57DF-908A-6B7F5901E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78F3B-8B2B-9B71-4835-D04B5F2FB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FAE83-5B61-233C-A8C6-628772802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10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9EDAAC-FF64-C3A4-BD3D-F33EB230C9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78314C-869E-7A74-EDFC-272ABE107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98511-5020-12CE-7697-CD0FDB5BD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A7DE9-6E61-7342-2FE2-20C37C51D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69229-5968-F9F3-744A-AB29925F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88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41F230-F08F-88FB-9ED2-925D06F07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E0377-A45D-2469-26F5-C44A0755C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CB6F1-1915-2899-DE90-60A24026E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BA894-39C2-64DC-A6F4-085688495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D84B7-9EED-586C-0BB2-E5811B61A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4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4C1DC6-3E41-96A6-A7D6-EB4E0DAA8EA7}"/>
              </a:ext>
            </a:extLst>
          </p:cNvPr>
          <p:cNvSpPr txBox="1"/>
          <p:nvPr/>
        </p:nvSpPr>
        <p:spPr>
          <a:xfrm>
            <a:off x="690513" y="2589582"/>
            <a:ext cx="10810973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900" b="1" dirty="0">
                <a:ln w="57150">
                  <a:solidFill>
                    <a:schemeClr val="bg1"/>
                  </a:solidFill>
                  <a:prstDash val="solid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ENGLISH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47560C-F03A-851C-E4C0-4199A9A8B2B6}"/>
              </a:ext>
            </a:extLst>
          </p:cNvPr>
          <p:cNvSpPr txBox="1"/>
          <p:nvPr/>
        </p:nvSpPr>
        <p:spPr>
          <a:xfrm>
            <a:off x="690513" y="1488567"/>
            <a:ext cx="6058069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SPOKEN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F995EFD6-756A-C993-DF1B-95B7BEA9A049}"/>
              </a:ext>
            </a:extLst>
          </p:cNvPr>
          <p:cNvSpPr/>
          <p:nvPr/>
        </p:nvSpPr>
        <p:spPr>
          <a:xfrm>
            <a:off x="10058400" y="0"/>
            <a:ext cx="1585913" cy="2000249"/>
          </a:xfrm>
          <a:prstGeom prst="foldedCorner">
            <a:avLst>
              <a:gd name="adj" fmla="val 3071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Aptos Narrow" panose="020B00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03117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1577939A-B120-508F-19A2-3FFBD43132F3}"/>
              </a:ext>
            </a:extLst>
          </p:cNvPr>
          <p:cNvGrpSpPr/>
          <p:nvPr/>
        </p:nvGrpSpPr>
        <p:grpSpPr>
          <a:xfrm>
            <a:off x="279653" y="351501"/>
            <a:ext cx="11422697" cy="5919244"/>
            <a:chOff x="279653" y="351501"/>
            <a:chExt cx="11422697" cy="591924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B56F2AE-3451-520B-7E25-B4EEEE92BE4D}"/>
                </a:ext>
              </a:extLst>
            </p:cNvPr>
            <p:cNvSpPr txBox="1"/>
            <p:nvPr/>
          </p:nvSpPr>
          <p:spPr>
            <a:xfrm rot="2058667">
              <a:off x="842963" y="1128713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4EC2379-8E96-89C5-043A-E9206EDB7F26}"/>
                </a:ext>
              </a:extLst>
            </p:cNvPr>
            <p:cNvSpPr txBox="1"/>
            <p:nvPr/>
          </p:nvSpPr>
          <p:spPr>
            <a:xfrm rot="2058667">
              <a:off x="5684649" y="5543551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C728BA3-D2AD-FE9B-64FD-D4BCD7CEDD32}"/>
                </a:ext>
              </a:extLst>
            </p:cNvPr>
            <p:cNvSpPr txBox="1"/>
            <p:nvPr/>
          </p:nvSpPr>
          <p:spPr>
            <a:xfrm rot="2058667">
              <a:off x="10397537" y="1364467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D8E885D-FE13-8B20-5FB7-67FB6B29639E}"/>
                </a:ext>
              </a:extLst>
            </p:cNvPr>
            <p:cNvSpPr txBox="1"/>
            <p:nvPr/>
          </p:nvSpPr>
          <p:spPr>
            <a:xfrm rot="2058667">
              <a:off x="5011927" y="1364466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1F8654C-F8CC-911B-5653-6B5C5212A50A}"/>
                </a:ext>
              </a:extLst>
            </p:cNvPr>
            <p:cNvSpPr txBox="1"/>
            <p:nvPr/>
          </p:nvSpPr>
          <p:spPr>
            <a:xfrm rot="2058667">
              <a:off x="10673891" y="5543550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7A3A2CC-01C3-5862-6B9A-38E673C3A7B7}"/>
                </a:ext>
              </a:extLst>
            </p:cNvPr>
            <p:cNvSpPr txBox="1"/>
            <p:nvPr/>
          </p:nvSpPr>
          <p:spPr>
            <a:xfrm rot="2058667">
              <a:off x="1101007" y="5595709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E2EC6FC-00A8-640B-0E7B-E49C11B49CD1}"/>
                </a:ext>
              </a:extLst>
            </p:cNvPr>
            <p:cNvSpPr txBox="1"/>
            <p:nvPr/>
          </p:nvSpPr>
          <p:spPr>
            <a:xfrm rot="2058667">
              <a:off x="8302166" y="1364466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329EF97-6343-99C5-A667-463767167D2C}"/>
                </a:ext>
              </a:extLst>
            </p:cNvPr>
            <p:cNvSpPr txBox="1"/>
            <p:nvPr/>
          </p:nvSpPr>
          <p:spPr>
            <a:xfrm rot="2058667">
              <a:off x="2706704" y="1002495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914172B-77C0-61F8-23B0-0AEA11A36748}"/>
                </a:ext>
              </a:extLst>
            </p:cNvPr>
            <p:cNvSpPr txBox="1"/>
            <p:nvPr/>
          </p:nvSpPr>
          <p:spPr>
            <a:xfrm rot="2058667">
              <a:off x="1664315" y="3109290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8C8756-DA20-4F6A-CD54-9AC075D1BD4D}"/>
                </a:ext>
              </a:extLst>
            </p:cNvPr>
            <p:cNvSpPr txBox="1"/>
            <p:nvPr/>
          </p:nvSpPr>
          <p:spPr>
            <a:xfrm rot="2058667">
              <a:off x="7722215" y="5307798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84D438B-F607-7CC0-8364-90DB8723809C}"/>
                </a:ext>
              </a:extLst>
            </p:cNvPr>
            <p:cNvSpPr txBox="1"/>
            <p:nvPr/>
          </p:nvSpPr>
          <p:spPr>
            <a:xfrm rot="2058667">
              <a:off x="9270028" y="351501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95C9895-9CD9-BE08-C77F-C24531994ECB}"/>
                </a:ext>
              </a:extLst>
            </p:cNvPr>
            <p:cNvSpPr txBox="1"/>
            <p:nvPr/>
          </p:nvSpPr>
          <p:spPr>
            <a:xfrm rot="2058667">
              <a:off x="3472250" y="4623701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F3817BA-3779-66B9-B110-6E7100C9A4E5}"/>
                </a:ext>
              </a:extLst>
            </p:cNvPr>
            <p:cNvSpPr txBox="1"/>
            <p:nvPr/>
          </p:nvSpPr>
          <p:spPr>
            <a:xfrm rot="2058667">
              <a:off x="6570474" y="4094815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AC37BB7-912C-1398-75B6-DCB8E56EB0EA}"/>
                </a:ext>
              </a:extLst>
            </p:cNvPr>
            <p:cNvSpPr txBox="1"/>
            <p:nvPr/>
          </p:nvSpPr>
          <p:spPr>
            <a:xfrm rot="2058667">
              <a:off x="6946712" y="2100721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800D8C4-5704-3A6F-86AC-331C1F33A06E}"/>
                </a:ext>
              </a:extLst>
            </p:cNvPr>
            <p:cNvSpPr txBox="1"/>
            <p:nvPr/>
          </p:nvSpPr>
          <p:spPr>
            <a:xfrm rot="2058667">
              <a:off x="657095" y="4330431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41E2D3C-DBF9-9803-ECA6-3EE59ABBD5BC}"/>
                </a:ext>
              </a:extLst>
            </p:cNvPr>
            <p:cNvSpPr txBox="1"/>
            <p:nvPr/>
          </p:nvSpPr>
          <p:spPr>
            <a:xfrm rot="2058667">
              <a:off x="3370460" y="5901413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4E40B8D-4A16-4005-D68D-E79FF95CD73B}"/>
                </a:ext>
              </a:extLst>
            </p:cNvPr>
            <p:cNvSpPr txBox="1"/>
            <p:nvPr/>
          </p:nvSpPr>
          <p:spPr>
            <a:xfrm rot="2058667">
              <a:off x="11036050" y="3638175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F86E5F-6DD9-3584-8434-829DDEC37EBB}"/>
                </a:ext>
              </a:extLst>
            </p:cNvPr>
            <p:cNvSpPr txBox="1"/>
            <p:nvPr/>
          </p:nvSpPr>
          <p:spPr>
            <a:xfrm rot="2058667">
              <a:off x="9923615" y="3345044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9354523-CCEA-40D5-A973-73AA437C0EE2}"/>
                </a:ext>
              </a:extLst>
            </p:cNvPr>
            <p:cNvSpPr txBox="1"/>
            <p:nvPr/>
          </p:nvSpPr>
          <p:spPr>
            <a:xfrm rot="2058667">
              <a:off x="6953824" y="928034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B27F196-3307-29D5-9651-2265DC6293F9}"/>
                </a:ext>
              </a:extLst>
            </p:cNvPr>
            <p:cNvSpPr txBox="1"/>
            <p:nvPr/>
          </p:nvSpPr>
          <p:spPr>
            <a:xfrm rot="2058667">
              <a:off x="279653" y="2181277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6FF5BC0-4957-A5ED-2473-46193FDBB1BA}"/>
                </a:ext>
              </a:extLst>
            </p:cNvPr>
            <p:cNvSpPr txBox="1"/>
            <p:nvPr/>
          </p:nvSpPr>
          <p:spPr>
            <a:xfrm rot="2058667">
              <a:off x="9563312" y="5515470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D9EC28C-378C-0A12-F8AE-8E7178702B39}"/>
                </a:ext>
              </a:extLst>
            </p:cNvPr>
            <p:cNvSpPr txBox="1"/>
            <p:nvPr/>
          </p:nvSpPr>
          <p:spPr>
            <a:xfrm rot="2058667">
              <a:off x="3340384" y="1537500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7FDCCBB-DD99-4D01-3F63-A3003A095EFD}"/>
                </a:ext>
              </a:extLst>
            </p:cNvPr>
            <p:cNvSpPr txBox="1"/>
            <p:nvPr/>
          </p:nvSpPr>
          <p:spPr>
            <a:xfrm rot="2058667">
              <a:off x="8310795" y="5560634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0549824-D602-751C-3EA6-C8D52ECCC187}"/>
                </a:ext>
              </a:extLst>
            </p:cNvPr>
            <p:cNvSpPr txBox="1"/>
            <p:nvPr/>
          </p:nvSpPr>
          <p:spPr>
            <a:xfrm rot="2058667">
              <a:off x="2036060" y="1982823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C24560B-BB7D-71F5-9F72-BDE5F62FCF83}"/>
                </a:ext>
              </a:extLst>
            </p:cNvPr>
            <p:cNvSpPr txBox="1"/>
            <p:nvPr/>
          </p:nvSpPr>
          <p:spPr>
            <a:xfrm rot="2058667">
              <a:off x="11285248" y="4658036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6F6656E-CC79-7778-15EE-1C335ED66DCD}"/>
              </a:ext>
            </a:extLst>
          </p:cNvPr>
          <p:cNvGrpSpPr/>
          <p:nvPr/>
        </p:nvGrpSpPr>
        <p:grpSpPr>
          <a:xfrm rot="10800000">
            <a:off x="432053" y="503901"/>
            <a:ext cx="11422697" cy="5919244"/>
            <a:chOff x="279653" y="351501"/>
            <a:chExt cx="11422697" cy="591924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967D101-FD5E-C037-92EB-8BF506AEABEE}"/>
                </a:ext>
              </a:extLst>
            </p:cNvPr>
            <p:cNvSpPr txBox="1"/>
            <p:nvPr/>
          </p:nvSpPr>
          <p:spPr>
            <a:xfrm rot="2058667">
              <a:off x="842963" y="1128713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0A3F6E4-6872-D4A9-7D67-838DD09AD423}"/>
                </a:ext>
              </a:extLst>
            </p:cNvPr>
            <p:cNvSpPr txBox="1"/>
            <p:nvPr/>
          </p:nvSpPr>
          <p:spPr>
            <a:xfrm rot="2058667">
              <a:off x="5684649" y="5543551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A8DE506-B0D0-E284-9E71-BC4F65B4ED4C}"/>
                </a:ext>
              </a:extLst>
            </p:cNvPr>
            <p:cNvSpPr txBox="1"/>
            <p:nvPr/>
          </p:nvSpPr>
          <p:spPr>
            <a:xfrm rot="2058667">
              <a:off x="10397537" y="1364467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6B3396E-8271-C50A-7310-397E74545E06}"/>
                </a:ext>
              </a:extLst>
            </p:cNvPr>
            <p:cNvSpPr txBox="1"/>
            <p:nvPr/>
          </p:nvSpPr>
          <p:spPr>
            <a:xfrm rot="2058667">
              <a:off x="5011927" y="1364466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0EDF4F6-C213-51A2-80C0-569F7D83E3FE}"/>
                </a:ext>
              </a:extLst>
            </p:cNvPr>
            <p:cNvSpPr txBox="1"/>
            <p:nvPr/>
          </p:nvSpPr>
          <p:spPr>
            <a:xfrm rot="2058667">
              <a:off x="10673891" y="5543550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BBEA922-E785-01F5-01BF-9B94A51AB6DB}"/>
                </a:ext>
              </a:extLst>
            </p:cNvPr>
            <p:cNvSpPr txBox="1"/>
            <p:nvPr/>
          </p:nvSpPr>
          <p:spPr>
            <a:xfrm rot="2058667">
              <a:off x="1101007" y="5595709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6D92277-BDA5-0003-5A1A-68F1801BB358}"/>
                </a:ext>
              </a:extLst>
            </p:cNvPr>
            <p:cNvSpPr txBox="1"/>
            <p:nvPr/>
          </p:nvSpPr>
          <p:spPr>
            <a:xfrm rot="2058667">
              <a:off x="8302166" y="1364466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09937C3-63F1-D348-6647-97CD634986F7}"/>
                </a:ext>
              </a:extLst>
            </p:cNvPr>
            <p:cNvSpPr txBox="1"/>
            <p:nvPr/>
          </p:nvSpPr>
          <p:spPr>
            <a:xfrm rot="2058667">
              <a:off x="2706704" y="1002495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8F4E444-BF32-9E4D-0ECE-F8CC1DE8554E}"/>
                </a:ext>
              </a:extLst>
            </p:cNvPr>
            <p:cNvSpPr txBox="1"/>
            <p:nvPr/>
          </p:nvSpPr>
          <p:spPr>
            <a:xfrm rot="2058667">
              <a:off x="1664315" y="3109290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C472D6B-AC23-95BA-1A10-44F5B39E79BC}"/>
                </a:ext>
              </a:extLst>
            </p:cNvPr>
            <p:cNvSpPr txBox="1"/>
            <p:nvPr/>
          </p:nvSpPr>
          <p:spPr>
            <a:xfrm rot="2058667">
              <a:off x="7722215" y="5307798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BFB3229-4839-EFDA-3EB4-8A71551909F0}"/>
                </a:ext>
              </a:extLst>
            </p:cNvPr>
            <p:cNvSpPr txBox="1"/>
            <p:nvPr/>
          </p:nvSpPr>
          <p:spPr>
            <a:xfrm rot="2058667">
              <a:off x="9270028" y="351501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DA48886-B40E-6BB1-8DEF-CC6489279139}"/>
                </a:ext>
              </a:extLst>
            </p:cNvPr>
            <p:cNvSpPr txBox="1"/>
            <p:nvPr/>
          </p:nvSpPr>
          <p:spPr>
            <a:xfrm rot="2058667">
              <a:off x="3472250" y="4623701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7E9494E-AAD7-BB3E-F3D2-58A6BDB5C564}"/>
                </a:ext>
              </a:extLst>
            </p:cNvPr>
            <p:cNvSpPr txBox="1"/>
            <p:nvPr/>
          </p:nvSpPr>
          <p:spPr>
            <a:xfrm rot="2058667">
              <a:off x="6570474" y="4094815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1B4088D-4989-3F67-E065-942DDD32A3CF}"/>
                </a:ext>
              </a:extLst>
            </p:cNvPr>
            <p:cNvSpPr txBox="1"/>
            <p:nvPr/>
          </p:nvSpPr>
          <p:spPr>
            <a:xfrm rot="2058667">
              <a:off x="6946712" y="2100721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CF57BC2-5935-7900-B015-8F6BBECA60A5}"/>
                </a:ext>
              </a:extLst>
            </p:cNvPr>
            <p:cNvSpPr txBox="1"/>
            <p:nvPr/>
          </p:nvSpPr>
          <p:spPr>
            <a:xfrm rot="2058667">
              <a:off x="657095" y="4330431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C611D89-4AE1-0EBF-E47E-AD1AF718695F}"/>
                </a:ext>
              </a:extLst>
            </p:cNvPr>
            <p:cNvSpPr txBox="1"/>
            <p:nvPr/>
          </p:nvSpPr>
          <p:spPr>
            <a:xfrm rot="2058667">
              <a:off x="3370460" y="5901413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31BAE7C-87A3-8424-5786-BD156279A3C9}"/>
                </a:ext>
              </a:extLst>
            </p:cNvPr>
            <p:cNvSpPr txBox="1"/>
            <p:nvPr/>
          </p:nvSpPr>
          <p:spPr>
            <a:xfrm rot="2058667">
              <a:off x="11036050" y="3638175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B9E801B-6BCF-ABB3-9514-44D2EAA893A2}"/>
                </a:ext>
              </a:extLst>
            </p:cNvPr>
            <p:cNvSpPr txBox="1"/>
            <p:nvPr/>
          </p:nvSpPr>
          <p:spPr>
            <a:xfrm rot="2058667">
              <a:off x="9923615" y="3345044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D2E0443-90CA-0BAB-4256-758649680809}"/>
                </a:ext>
              </a:extLst>
            </p:cNvPr>
            <p:cNvSpPr txBox="1"/>
            <p:nvPr/>
          </p:nvSpPr>
          <p:spPr>
            <a:xfrm rot="2058667">
              <a:off x="6953824" y="928034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30F494F-3467-2CEE-8B5C-B58C107C5D8C}"/>
                </a:ext>
              </a:extLst>
            </p:cNvPr>
            <p:cNvSpPr txBox="1"/>
            <p:nvPr/>
          </p:nvSpPr>
          <p:spPr>
            <a:xfrm rot="2058667">
              <a:off x="279653" y="2181277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C2EEDD8-255E-E170-43EB-1B2A2C79B650}"/>
                </a:ext>
              </a:extLst>
            </p:cNvPr>
            <p:cNvSpPr txBox="1"/>
            <p:nvPr/>
          </p:nvSpPr>
          <p:spPr>
            <a:xfrm rot="2058667">
              <a:off x="9563312" y="5515470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065BB23-E900-A94A-545C-1CE4461C50F8}"/>
                </a:ext>
              </a:extLst>
            </p:cNvPr>
            <p:cNvSpPr txBox="1"/>
            <p:nvPr/>
          </p:nvSpPr>
          <p:spPr>
            <a:xfrm rot="2058667">
              <a:off x="3340384" y="1537500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9BDB4CD-59F6-65A7-5A65-318CF5B2C266}"/>
                </a:ext>
              </a:extLst>
            </p:cNvPr>
            <p:cNvSpPr txBox="1"/>
            <p:nvPr/>
          </p:nvSpPr>
          <p:spPr>
            <a:xfrm rot="2058667">
              <a:off x="8310795" y="5560634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71B9CFE-55EF-4E0E-0B80-D22955391BD0}"/>
                </a:ext>
              </a:extLst>
            </p:cNvPr>
            <p:cNvSpPr txBox="1"/>
            <p:nvPr/>
          </p:nvSpPr>
          <p:spPr>
            <a:xfrm rot="2058667">
              <a:off x="2036060" y="1982823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77FE09D-3E50-BE39-AE15-81D4781DFD1E}"/>
                </a:ext>
              </a:extLst>
            </p:cNvPr>
            <p:cNvSpPr txBox="1"/>
            <p:nvPr/>
          </p:nvSpPr>
          <p:spPr>
            <a:xfrm rot="2058667">
              <a:off x="11285248" y="4658036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A4D97BC-CCF2-7A82-D1EA-4CC776C921DB}"/>
              </a:ext>
            </a:extLst>
          </p:cNvPr>
          <p:cNvGrpSpPr/>
          <p:nvPr/>
        </p:nvGrpSpPr>
        <p:grpSpPr>
          <a:xfrm rot="20038538">
            <a:off x="584453" y="656301"/>
            <a:ext cx="11422697" cy="5919244"/>
            <a:chOff x="279653" y="351501"/>
            <a:chExt cx="11422697" cy="5919244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5FA59BA-1B59-9F08-DA2E-345060BA4AB3}"/>
                </a:ext>
              </a:extLst>
            </p:cNvPr>
            <p:cNvSpPr txBox="1"/>
            <p:nvPr/>
          </p:nvSpPr>
          <p:spPr>
            <a:xfrm rot="2058667">
              <a:off x="842963" y="1128713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CDAF23F-AE7E-BBB0-FC89-02718D86A497}"/>
                </a:ext>
              </a:extLst>
            </p:cNvPr>
            <p:cNvSpPr txBox="1"/>
            <p:nvPr/>
          </p:nvSpPr>
          <p:spPr>
            <a:xfrm rot="2058667">
              <a:off x="5684649" y="5543551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C6AFC62-BF49-C615-C77F-C9E48C0BC55B}"/>
                </a:ext>
              </a:extLst>
            </p:cNvPr>
            <p:cNvSpPr txBox="1"/>
            <p:nvPr/>
          </p:nvSpPr>
          <p:spPr>
            <a:xfrm rot="2058667">
              <a:off x="10397537" y="1364467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9060655-5AC1-7F4B-6830-D3F4F8E4AF4B}"/>
                </a:ext>
              </a:extLst>
            </p:cNvPr>
            <p:cNvSpPr txBox="1"/>
            <p:nvPr/>
          </p:nvSpPr>
          <p:spPr>
            <a:xfrm rot="2058667">
              <a:off x="5011927" y="1364466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E6A572C-CA8D-608F-3D5F-5B42E1A9B997}"/>
                </a:ext>
              </a:extLst>
            </p:cNvPr>
            <p:cNvSpPr txBox="1"/>
            <p:nvPr/>
          </p:nvSpPr>
          <p:spPr>
            <a:xfrm rot="2058667">
              <a:off x="10673891" y="5543550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3EE6ADE-A1DF-FF8C-7250-DFDB66E7A293}"/>
                </a:ext>
              </a:extLst>
            </p:cNvPr>
            <p:cNvSpPr txBox="1"/>
            <p:nvPr/>
          </p:nvSpPr>
          <p:spPr>
            <a:xfrm rot="2058667">
              <a:off x="1101007" y="5595709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EFEB9BD-5486-8A35-16B1-BD5442B75B21}"/>
                </a:ext>
              </a:extLst>
            </p:cNvPr>
            <p:cNvSpPr txBox="1"/>
            <p:nvPr/>
          </p:nvSpPr>
          <p:spPr>
            <a:xfrm rot="2058667">
              <a:off x="8302166" y="1364466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F49BDC8-2ED2-8E02-883D-E5D6BFAB991A}"/>
                </a:ext>
              </a:extLst>
            </p:cNvPr>
            <p:cNvSpPr txBox="1"/>
            <p:nvPr/>
          </p:nvSpPr>
          <p:spPr>
            <a:xfrm rot="2058667">
              <a:off x="2706704" y="1002495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5B926AC-4D39-3441-2980-7ECC6AB8935A}"/>
                </a:ext>
              </a:extLst>
            </p:cNvPr>
            <p:cNvSpPr txBox="1"/>
            <p:nvPr/>
          </p:nvSpPr>
          <p:spPr>
            <a:xfrm rot="2058667">
              <a:off x="1664315" y="3109290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85FD3F3-CC30-B501-2DF5-555744295947}"/>
                </a:ext>
              </a:extLst>
            </p:cNvPr>
            <p:cNvSpPr txBox="1"/>
            <p:nvPr/>
          </p:nvSpPr>
          <p:spPr>
            <a:xfrm rot="2058667">
              <a:off x="7722215" y="5307798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68105B4-D6B1-7CBB-E7A0-255BE3807BA2}"/>
                </a:ext>
              </a:extLst>
            </p:cNvPr>
            <p:cNvSpPr txBox="1"/>
            <p:nvPr/>
          </p:nvSpPr>
          <p:spPr>
            <a:xfrm rot="2058667">
              <a:off x="9270028" y="351501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E8AD3D7-7A57-7AF2-3819-33AE9BABC6CF}"/>
                </a:ext>
              </a:extLst>
            </p:cNvPr>
            <p:cNvSpPr txBox="1"/>
            <p:nvPr/>
          </p:nvSpPr>
          <p:spPr>
            <a:xfrm rot="2058667">
              <a:off x="3472250" y="4623701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7125241-BA66-C601-9C52-42B7834A5F47}"/>
                </a:ext>
              </a:extLst>
            </p:cNvPr>
            <p:cNvSpPr txBox="1"/>
            <p:nvPr/>
          </p:nvSpPr>
          <p:spPr>
            <a:xfrm rot="2058667">
              <a:off x="6570474" y="4094815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5630952-233C-8E96-15E9-00487B167D79}"/>
                </a:ext>
              </a:extLst>
            </p:cNvPr>
            <p:cNvSpPr txBox="1"/>
            <p:nvPr/>
          </p:nvSpPr>
          <p:spPr>
            <a:xfrm rot="2058667">
              <a:off x="6946712" y="2100721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A96AB96-2EE1-EBFB-B7B6-E5E9200183BC}"/>
                </a:ext>
              </a:extLst>
            </p:cNvPr>
            <p:cNvSpPr txBox="1"/>
            <p:nvPr/>
          </p:nvSpPr>
          <p:spPr>
            <a:xfrm rot="2058667">
              <a:off x="657095" y="4330431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5A9E77B-768F-1DF3-93E0-807955A67C7D}"/>
                </a:ext>
              </a:extLst>
            </p:cNvPr>
            <p:cNvSpPr txBox="1"/>
            <p:nvPr/>
          </p:nvSpPr>
          <p:spPr>
            <a:xfrm rot="2058667">
              <a:off x="3370460" y="5901413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48EB846-B59B-D37E-F117-9C7AB73B3BF4}"/>
                </a:ext>
              </a:extLst>
            </p:cNvPr>
            <p:cNvSpPr txBox="1"/>
            <p:nvPr/>
          </p:nvSpPr>
          <p:spPr>
            <a:xfrm rot="2058667">
              <a:off x="11036050" y="3638175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D0020BE-3314-2ED1-187E-2BAD045FFD07}"/>
                </a:ext>
              </a:extLst>
            </p:cNvPr>
            <p:cNvSpPr txBox="1"/>
            <p:nvPr/>
          </p:nvSpPr>
          <p:spPr>
            <a:xfrm rot="2058667">
              <a:off x="9923615" y="3345044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4A0E3C1-F6E1-0FE0-15EB-41BA15E788DA}"/>
                </a:ext>
              </a:extLst>
            </p:cNvPr>
            <p:cNvSpPr txBox="1"/>
            <p:nvPr/>
          </p:nvSpPr>
          <p:spPr>
            <a:xfrm rot="2058667">
              <a:off x="6953824" y="928034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0BB6FAF-A3BC-EEEF-7D61-2CAFD8DF1F08}"/>
                </a:ext>
              </a:extLst>
            </p:cNvPr>
            <p:cNvSpPr txBox="1"/>
            <p:nvPr/>
          </p:nvSpPr>
          <p:spPr>
            <a:xfrm rot="2058667">
              <a:off x="279653" y="2181277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55A4AAF-114C-3377-910D-228AD4DBA182}"/>
                </a:ext>
              </a:extLst>
            </p:cNvPr>
            <p:cNvSpPr txBox="1"/>
            <p:nvPr/>
          </p:nvSpPr>
          <p:spPr>
            <a:xfrm rot="2058667">
              <a:off x="9563312" y="5515470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CB1C0F6-E477-16DA-5486-3AC6624BFD2D}"/>
                </a:ext>
              </a:extLst>
            </p:cNvPr>
            <p:cNvSpPr txBox="1"/>
            <p:nvPr/>
          </p:nvSpPr>
          <p:spPr>
            <a:xfrm rot="2058667">
              <a:off x="3340384" y="1537500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39D3E02-5F4A-AA70-B192-B435D1742D73}"/>
                </a:ext>
              </a:extLst>
            </p:cNvPr>
            <p:cNvSpPr txBox="1"/>
            <p:nvPr/>
          </p:nvSpPr>
          <p:spPr>
            <a:xfrm rot="2058667">
              <a:off x="8310795" y="5560634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F4C7AEC-EEDF-39FB-B3C3-D85CCAD0BE9C}"/>
                </a:ext>
              </a:extLst>
            </p:cNvPr>
            <p:cNvSpPr txBox="1"/>
            <p:nvPr/>
          </p:nvSpPr>
          <p:spPr>
            <a:xfrm rot="2058667">
              <a:off x="2036060" y="1982823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840395B-1CB0-EB9F-879E-F7589381E51D}"/>
                </a:ext>
              </a:extLst>
            </p:cNvPr>
            <p:cNvSpPr txBox="1"/>
            <p:nvPr/>
          </p:nvSpPr>
          <p:spPr>
            <a:xfrm rot="2058667">
              <a:off x="11285248" y="4658036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A8D5F0D-2BF1-55B3-36C3-7A60FF8401F5}"/>
              </a:ext>
            </a:extLst>
          </p:cNvPr>
          <p:cNvGrpSpPr/>
          <p:nvPr/>
        </p:nvGrpSpPr>
        <p:grpSpPr>
          <a:xfrm rot="1423753">
            <a:off x="736853" y="808701"/>
            <a:ext cx="11422697" cy="5919244"/>
            <a:chOff x="279653" y="351501"/>
            <a:chExt cx="11422697" cy="5919244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7CD1775-2377-BF55-8CE2-2E6AB64471C8}"/>
                </a:ext>
              </a:extLst>
            </p:cNvPr>
            <p:cNvSpPr txBox="1"/>
            <p:nvPr/>
          </p:nvSpPr>
          <p:spPr>
            <a:xfrm rot="2058667">
              <a:off x="842963" y="1128713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319EAF3-58EA-6783-15E9-B65B9470CBEB}"/>
                </a:ext>
              </a:extLst>
            </p:cNvPr>
            <p:cNvSpPr txBox="1"/>
            <p:nvPr/>
          </p:nvSpPr>
          <p:spPr>
            <a:xfrm rot="2058667">
              <a:off x="5684649" y="5543551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E73A075-EA03-8CBD-2B75-E9C97B04036A}"/>
                </a:ext>
              </a:extLst>
            </p:cNvPr>
            <p:cNvSpPr txBox="1"/>
            <p:nvPr/>
          </p:nvSpPr>
          <p:spPr>
            <a:xfrm rot="2058667">
              <a:off x="10397537" y="1364467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D00DC15-3718-E55D-1978-0A097FD08278}"/>
                </a:ext>
              </a:extLst>
            </p:cNvPr>
            <p:cNvSpPr txBox="1"/>
            <p:nvPr/>
          </p:nvSpPr>
          <p:spPr>
            <a:xfrm rot="2058667">
              <a:off x="5011927" y="1364466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00049C2-98BA-973B-3EAF-29E5BA441AF7}"/>
                </a:ext>
              </a:extLst>
            </p:cNvPr>
            <p:cNvSpPr txBox="1"/>
            <p:nvPr/>
          </p:nvSpPr>
          <p:spPr>
            <a:xfrm rot="2058667">
              <a:off x="10673891" y="5543550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568F7B0-ECE3-8554-031B-5EF9171A1D8F}"/>
                </a:ext>
              </a:extLst>
            </p:cNvPr>
            <p:cNvSpPr txBox="1"/>
            <p:nvPr/>
          </p:nvSpPr>
          <p:spPr>
            <a:xfrm rot="2058667">
              <a:off x="1101007" y="5595709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54E5F6D-B1E3-A6FB-6637-09161D3DF762}"/>
                </a:ext>
              </a:extLst>
            </p:cNvPr>
            <p:cNvSpPr txBox="1"/>
            <p:nvPr/>
          </p:nvSpPr>
          <p:spPr>
            <a:xfrm rot="2058667">
              <a:off x="8302166" y="1364466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D3BEAF60-C472-1F76-E88A-DDE9ED98AF8D}"/>
                </a:ext>
              </a:extLst>
            </p:cNvPr>
            <p:cNvSpPr txBox="1"/>
            <p:nvPr/>
          </p:nvSpPr>
          <p:spPr>
            <a:xfrm rot="2058667">
              <a:off x="2706704" y="1002495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685D4F5-30DB-77CC-7109-A594969A61ED}"/>
                </a:ext>
              </a:extLst>
            </p:cNvPr>
            <p:cNvSpPr txBox="1"/>
            <p:nvPr/>
          </p:nvSpPr>
          <p:spPr>
            <a:xfrm rot="2058667">
              <a:off x="1664315" y="3109290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6B75A12E-E7EC-05F6-1DF0-27C7637328A6}"/>
                </a:ext>
              </a:extLst>
            </p:cNvPr>
            <p:cNvSpPr txBox="1"/>
            <p:nvPr/>
          </p:nvSpPr>
          <p:spPr>
            <a:xfrm rot="2058667">
              <a:off x="7722215" y="5307798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4461F93E-9B4D-C9C1-A085-498F05C1C6AF}"/>
                </a:ext>
              </a:extLst>
            </p:cNvPr>
            <p:cNvSpPr txBox="1"/>
            <p:nvPr/>
          </p:nvSpPr>
          <p:spPr>
            <a:xfrm rot="2058667">
              <a:off x="9270028" y="351501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0C09A8FC-CED4-B907-01D1-25F952F55F72}"/>
                </a:ext>
              </a:extLst>
            </p:cNvPr>
            <p:cNvSpPr txBox="1"/>
            <p:nvPr/>
          </p:nvSpPr>
          <p:spPr>
            <a:xfrm rot="2058667">
              <a:off x="3472250" y="4623701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C7342C5-61EC-321E-92D6-936E018FDD58}"/>
                </a:ext>
              </a:extLst>
            </p:cNvPr>
            <p:cNvSpPr txBox="1"/>
            <p:nvPr/>
          </p:nvSpPr>
          <p:spPr>
            <a:xfrm rot="2058667">
              <a:off x="6570474" y="4094815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A06C5C0C-8D53-0493-BA0A-A3E772036B2B}"/>
                </a:ext>
              </a:extLst>
            </p:cNvPr>
            <p:cNvSpPr txBox="1"/>
            <p:nvPr/>
          </p:nvSpPr>
          <p:spPr>
            <a:xfrm rot="2058667">
              <a:off x="6946712" y="2100721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599A02D6-8827-9667-0C83-CF15D8CB909B}"/>
                </a:ext>
              </a:extLst>
            </p:cNvPr>
            <p:cNvSpPr txBox="1"/>
            <p:nvPr/>
          </p:nvSpPr>
          <p:spPr>
            <a:xfrm rot="2058667">
              <a:off x="657095" y="4330431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E27E02C-0F1B-8EDF-2718-968BFF08132B}"/>
                </a:ext>
              </a:extLst>
            </p:cNvPr>
            <p:cNvSpPr txBox="1"/>
            <p:nvPr/>
          </p:nvSpPr>
          <p:spPr>
            <a:xfrm rot="2058667">
              <a:off x="3370460" y="5901413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14CDE5B-61A7-317D-999B-5AFC8D3C5D2B}"/>
                </a:ext>
              </a:extLst>
            </p:cNvPr>
            <p:cNvSpPr txBox="1"/>
            <p:nvPr/>
          </p:nvSpPr>
          <p:spPr>
            <a:xfrm rot="2058667">
              <a:off x="11036050" y="3638175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77BEB43-00B6-ECB6-C16E-3030677972B3}"/>
                </a:ext>
              </a:extLst>
            </p:cNvPr>
            <p:cNvSpPr txBox="1"/>
            <p:nvPr/>
          </p:nvSpPr>
          <p:spPr>
            <a:xfrm rot="2058667">
              <a:off x="9923615" y="3345044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AF667555-9207-07D6-00DF-FE1F24F4871A}"/>
                </a:ext>
              </a:extLst>
            </p:cNvPr>
            <p:cNvSpPr txBox="1"/>
            <p:nvPr/>
          </p:nvSpPr>
          <p:spPr>
            <a:xfrm rot="2058667">
              <a:off x="6953824" y="928034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8A3783A7-52B6-AC28-391D-C32B76E73BB0}"/>
                </a:ext>
              </a:extLst>
            </p:cNvPr>
            <p:cNvSpPr txBox="1"/>
            <p:nvPr/>
          </p:nvSpPr>
          <p:spPr>
            <a:xfrm rot="2058667">
              <a:off x="279653" y="2181277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D5BFB08D-9CC3-42F6-503C-EC6A4D838D2C}"/>
                </a:ext>
              </a:extLst>
            </p:cNvPr>
            <p:cNvSpPr txBox="1"/>
            <p:nvPr/>
          </p:nvSpPr>
          <p:spPr>
            <a:xfrm rot="2058667">
              <a:off x="9563312" y="5515470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85DBB7F-74D1-DB15-D9F8-40888EAB54C3}"/>
                </a:ext>
              </a:extLst>
            </p:cNvPr>
            <p:cNvSpPr txBox="1"/>
            <p:nvPr/>
          </p:nvSpPr>
          <p:spPr>
            <a:xfrm rot="2058667">
              <a:off x="3340384" y="1537500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8531A4D-9EAD-8CC0-D7D2-4946822330F7}"/>
                </a:ext>
              </a:extLst>
            </p:cNvPr>
            <p:cNvSpPr txBox="1"/>
            <p:nvPr/>
          </p:nvSpPr>
          <p:spPr>
            <a:xfrm rot="2058667">
              <a:off x="8310795" y="5560634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DD34B651-3F0E-81CF-069A-D5383E04EE12}"/>
                </a:ext>
              </a:extLst>
            </p:cNvPr>
            <p:cNvSpPr txBox="1"/>
            <p:nvPr/>
          </p:nvSpPr>
          <p:spPr>
            <a:xfrm rot="2058667">
              <a:off x="2036060" y="1982823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905B2406-D021-9C81-AB8D-47F54F368806}"/>
                </a:ext>
              </a:extLst>
            </p:cNvPr>
            <p:cNvSpPr txBox="1"/>
            <p:nvPr/>
          </p:nvSpPr>
          <p:spPr>
            <a:xfrm rot="2058667">
              <a:off x="11285248" y="4658036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A893257-5F7A-65BC-7B4A-28E29C0B0BF1}"/>
              </a:ext>
            </a:extLst>
          </p:cNvPr>
          <p:cNvGrpSpPr/>
          <p:nvPr/>
        </p:nvGrpSpPr>
        <p:grpSpPr>
          <a:xfrm rot="6168231">
            <a:off x="889253" y="961101"/>
            <a:ext cx="11422697" cy="5919244"/>
            <a:chOff x="279653" y="351501"/>
            <a:chExt cx="11422697" cy="5919244"/>
          </a:xfrm>
        </p:grpSpPr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D6CA4E2-2E54-20D0-D75D-CD6DB1E67EF8}"/>
                </a:ext>
              </a:extLst>
            </p:cNvPr>
            <p:cNvSpPr txBox="1"/>
            <p:nvPr/>
          </p:nvSpPr>
          <p:spPr>
            <a:xfrm rot="2058667">
              <a:off x="842963" y="1128713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319CC46-780C-CCAE-224F-79A198503715}"/>
                </a:ext>
              </a:extLst>
            </p:cNvPr>
            <p:cNvSpPr txBox="1"/>
            <p:nvPr/>
          </p:nvSpPr>
          <p:spPr>
            <a:xfrm rot="2058667">
              <a:off x="5684649" y="5543551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383972DA-A983-B90A-FE64-649BBCDDF354}"/>
                </a:ext>
              </a:extLst>
            </p:cNvPr>
            <p:cNvSpPr txBox="1"/>
            <p:nvPr/>
          </p:nvSpPr>
          <p:spPr>
            <a:xfrm rot="2058667">
              <a:off x="10397537" y="1364467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6532DA22-3E48-52D9-73F5-41EC569F5E32}"/>
                </a:ext>
              </a:extLst>
            </p:cNvPr>
            <p:cNvSpPr txBox="1"/>
            <p:nvPr/>
          </p:nvSpPr>
          <p:spPr>
            <a:xfrm rot="2058667">
              <a:off x="5011927" y="1364466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BFD2FA8C-C8B0-0341-E597-636ED1458EB0}"/>
                </a:ext>
              </a:extLst>
            </p:cNvPr>
            <p:cNvSpPr txBox="1"/>
            <p:nvPr/>
          </p:nvSpPr>
          <p:spPr>
            <a:xfrm rot="2058667">
              <a:off x="10673891" y="5543550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85A51C1B-5726-E222-A2F3-CE13FE70583B}"/>
                </a:ext>
              </a:extLst>
            </p:cNvPr>
            <p:cNvSpPr txBox="1"/>
            <p:nvPr/>
          </p:nvSpPr>
          <p:spPr>
            <a:xfrm rot="2058667">
              <a:off x="1101007" y="5595709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8B37D60C-0421-A606-CA22-4AB99B67A505}"/>
                </a:ext>
              </a:extLst>
            </p:cNvPr>
            <p:cNvSpPr txBox="1"/>
            <p:nvPr/>
          </p:nvSpPr>
          <p:spPr>
            <a:xfrm rot="2058667">
              <a:off x="8302166" y="1364466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E1FA715E-93BB-6EF2-EDFE-EDCDEC5EF9DB}"/>
                </a:ext>
              </a:extLst>
            </p:cNvPr>
            <p:cNvSpPr txBox="1"/>
            <p:nvPr/>
          </p:nvSpPr>
          <p:spPr>
            <a:xfrm rot="2058667">
              <a:off x="2706704" y="1002495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27B2631C-AEC5-A675-BF38-508A743661EA}"/>
                </a:ext>
              </a:extLst>
            </p:cNvPr>
            <p:cNvSpPr txBox="1"/>
            <p:nvPr/>
          </p:nvSpPr>
          <p:spPr>
            <a:xfrm rot="2058667">
              <a:off x="1664315" y="3109290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C4EFC0DA-3912-3FC8-E8A3-FA20731C792C}"/>
                </a:ext>
              </a:extLst>
            </p:cNvPr>
            <p:cNvSpPr txBox="1"/>
            <p:nvPr/>
          </p:nvSpPr>
          <p:spPr>
            <a:xfrm rot="2058667">
              <a:off x="7722215" y="5307798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F685C52-6C0F-A1B8-221D-CC29D7568230}"/>
                </a:ext>
              </a:extLst>
            </p:cNvPr>
            <p:cNvSpPr txBox="1"/>
            <p:nvPr/>
          </p:nvSpPr>
          <p:spPr>
            <a:xfrm rot="2058667">
              <a:off x="9270028" y="351501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51ABF440-D502-EB45-0B0A-5AD8382320A4}"/>
                </a:ext>
              </a:extLst>
            </p:cNvPr>
            <p:cNvSpPr txBox="1"/>
            <p:nvPr/>
          </p:nvSpPr>
          <p:spPr>
            <a:xfrm rot="2058667">
              <a:off x="3472250" y="4623701"/>
              <a:ext cx="295274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50E6BA9-7F8C-7C46-FF28-30952BD953B6}"/>
                </a:ext>
              </a:extLst>
            </p:cNvPr>
            <p:cNvSpPr txBox="1"/>
            <p:nvPr/>
          </p:nvSpPr>
          <p:spPr>
            <a:xfrm rot="2058667">
              <a:off x="6570474" y="4094815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D2657751-9990-FFCA-0E76-D4AA2796C3E4}"/>
                </a:ext>
              </a:extLst>
            </p:cNvPr>
            <p:cNvSpPr txBox="1"/>
            <p:nvPr/>
          </p:nvSpPr>
          <p:spPr>
            <a:xfrm rot="2058667">
              <a:off x="6946712" y="2100721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148B5DEF-C5F1-1327-8D9B-0DA30D8D91AA}"/>
                </a:ext>
              </a:extLst>
            </p:cNvPr>
            <p:cNvSpPr txBox="1"/>
            <p:nvPr/>
          </p:nvSpPr>
          <p:spPr>
            <a:xfrm rot="2058667">
              <a:off x="657095" y="4330431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EBA7FC1A-AD6E-17E8-28F6-E55E440DAD29}"/>
                </a:ext>
              </a:extLst>
            </p:cNvPr>
            <p:cNvSpPr txBox="1"/>
            <p:nvPr/>
          </p:nvSpPr>
          <p:spPr>
            <a:xfrm rot="2058667">
              <a:off x="3370460" y="5901413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BDD1F259-CFFB-71FE-73C2-8E6E98C6A0C8}"/>
                </a:ext>
              </a:extLst>
            </p:cNvPr>
            <p:cNvSpPr txBox="1"/>
            <p:nvPr/>
          </p:nvSpPr>
          <p:spPr>
            <a:xfrm rot="2058667">
              <a:off x="11036050" y="3638175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2659152F-BCC7-8693-ECD1-9C7ABEC6819E}"/>
                </a:ext>
              </a:extLst>
            </p:cNvPr>
            <p:cNvSpPr txBox="1"/>
            <p:nvPr/>
          </p:nvSpPr>
          <p:spPr>
            <a:xfrm rot="2058667">
              <a:off x="9923615" y="3345044"/>
              <a:ext cx="498855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BB823EA-FBBF-BC6B-ECA8-019AC821426B}"/>
                </a:ext>
              </a:extLst>
            </p:cNvPr>
            <p:cNvSpPr txBox="1"/>
            <p:nvPr/>
          </p:nvSpPr>
          <p:spPr>
            <a:xfrm rot="2058667">
              <a:off x="6953824" y="928034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E4A3E31C-9DA8-BBCE-88D0-69D1A6D76F9C}"/>
                </a:ext>
              </a:extLst>
            </p:cNvPr>
            <p:cNvSpPr txBox="1"/>
            <p:nvPr/>
          </p:nvSpPr>
          <p:spPr>
            <a:xfrm rot="2058667">
              <a:off x="279653" y="2181277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67150CF2-9D9B-C9B1-EB9B-591BFB4C19D8}"/>
                </a:ext>
              </a:extLst>
            </p:cNvPr>
            <p:cNvSpPr txBox="1"/>
            <p:nvPr/>
          </p:nvSpPr>
          <p:spPr>
            <a:xfrm rot="2058667">
              <a:off x="9563312" y="5515470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C4495D92-0745-5147-6B57-F80612B20A38}"/>
                </a:ext>
              </a:extLst>
            </p:cNvPr>
            <p:cNvSpPr txBox="1"/>
            <p:nvPr/>
          </p:nvSpPr>
          <p:spPr>
            <a:xfrm rot="2058667">
              <a:off x="3340384" y="1537500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718FA1D0-439E-F82C-C8E7-8A66886383DD}"/>
                </a:ext>
              </a:extLst>
            </p:cNvPr>
            <p:cNvSpPr txBox="1"/>
            <p:nvPr/>
          </p:nvSpPr>
          <p:spPr>
            <a:xfrm rot="2058667">
              <a:off x="8310795" y="5560634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A6B5F53B-9517-06CC-3C08-7270D07F58EE}"/>
                </a:ext>
              </a:extLst>
            </p:cNvPr>
            <p:cNvSpPr txBox="1"/>
            <p:nvPr/>
          </p:nvSpPr>
          <p:spPr>
            <a:xfrm rot="2058667">
              <a:off x="2036060" y="1982823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1C203CD7-606B-55D5-8A81-428006984CD1}"/>
                </a:ext>
              </a:extLst>
            </p:cNvPr>
            <p:cNvSpPr txBox="1"/>
            <p:nvPr/>
          </p:nvSpPr>
          <p:spPr>
            <a:xfrm rot="2058667">
              <a:off x="11285248" y="4658036"/>
              <a:ext cx="41710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5273801D-8F7B-EF9F-9A46-18EE98DAF83F}"/>
              </a:ext>
            </a:extLst>
          </p:cNvPr>
          <p:cNvGrpSpPr/>
          <p:nvPr/>
        </p:nvGrpSpPr>
        <p:grpSpPr>
          <a:xfrm>
            <a:off x="1355065" y="1636435"/>
            <a:ext cx="9950802" cy="4516467"/>
            <a:chOff x="247456" y="289038"/>
            <a:chExt cx="11487092" cy="6044171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7ACE6C73-2809-A3DD-905D-D1A7AA9149AE}"/>
                </a:ext>
              </a:extLst>
            </p:cNvPr>
            <p:cNvSpPr txBox="1"/>
            <p:nvPr/>
          </p:nvSpPr>
          <p:spPr>
            <a:xfrm rot="2058667">
              <a:off x="820170" y="1066251"/>
              <a:ext cx="340861" cy="49425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7D3CFD77-65F8-F848-8C43-7D8114BA1282}"/>
                </a:ext>
              </a:extLst>
            </p:cNvPr>
            <p:cNvSpPr txBox="1"/>
            <p:nvPr/>
          </p:nvSpPr>
          <p:spPr>
            <a:xfrm rot="2058667">
              <a:off x="5646141" y="5481088"/>
              <a:ext cx="575873" cy="49425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BECCAABE-2167-AD9C-FBF0-3C9E128A5705}"/>
                </a:ext>
              </a:extLst>
            </p:cNvPr>
            <p:cNvSpPr txBox="1"/>
            <p:nvPr/>
          </p:nvSpPr>
          <p:spPr>
            <a:xfrm rot="2058667">
              <a:off x="10365339" y="1302004"/>
              <a:ext cx="481498" cy="49425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B38890E2-F000-27EE-D44D-F9357B32B455}"/>
                </a:ext>
              </a:extLst>
            </p:cNvPr>
            <p:cNvSpPr txBox="1"/>
            <p:nvPr/>
          </p:nvSpPr>
          <p:spPr>
            <a:xfrm rot="2058667">
              <a:off x="4979730" y="1302003"/>
              <a:ext cx="481498" cy="49425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DD90647-E530-FF2E-BCFB-00883087611B}"/>
                </a:ext>
              </a:extLst>
            </p:cNvPr>
            <p:cNvSpPr txBox="1"/>
            <p:nvPr/>
          </p:nvSpPr>
          <p:spPr>
            <a:xfrm rot="2058667">
              <a:off x="10641694" y="5481087"/>
              <a:ext cx="481498" cy="49425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9FFF9843-F813-5E35-1B4A-76FC9365418A}"/>
                </a:ext>
              </a:extLst>
            </p:cNvPr>
            <p:cNvSpPr txBox="1"/>
            <p:nvPr/>
          </p:nvSpPr>
          <p:spPr>
            <a:xfrm rot="2058667">
              <a:off x="1068810" y="5533246"/>
              <a:ext cx="481498" cy="49425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EF7923B0-AAC2-C1B2-3F57-FE52EF813D2E}"/>
                </a:ext>
              </a:extLst>
            </p:cNvPr>
            <p:cNvSpPr txBox="1"/>
            <p:nvPr/>
          </p:nvSpPr>
          <p:spPr>
            <a:xfrm rot="2058667">
              <a:off x="8269969" y="1302003"/>
              <a:ext cx="481498" cy="49425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35980008-3ADB-A471-F28C-CDF02CD233BE}"/>
                </a:ext>
              </a:extLst>
            </p:cNvPr>
            <p:cNvSpPr txBox="1"/>
            <p:nvPr/>
          </p:nvSpPr>
          <p:spPr>
            <a:xfrm rot="2058667">
              <a:off x="2683911" y="940032"/>
              <a:ext cx="340861" cy="49425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5D55AF9A-FB47-E44B-D943-289B09572921}"/>
                </a:ext>
              </a:extLst>
            </p:cNvPr>
            <p:cNvSpPr txBox="1"/>
            <p:nvPr/>
          </p:nvSpPr>
          <p:spPr>
            <a:xfrm rot="2058667">
              <a:off x="1641522" y="3046828"/>
              <a:ext cx="340861" cy="49425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87DCF398-17EE-6669-A03A-F35330F9D603}"/>
                </a:ext>
              </a:extLst>
            </p:cNvPr>
            <p:cNvSpPr txBox="1"/>
            <p:nvPr/>
          </p:nvSpPr>
          <p:spPr>
            <a:xfrm rot="2058667">
              <a:off x="7699422" y="5245335"/>
              <a:ext cx="340861" cy="49425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C7F1E5A4-D3AE-CE45-8261-C366D2CDF41B}"/>
                </a:ext>
              </a:extLst>
            </p:cNvPr>
            <p:cNvSpPr txBox="1"/>
            <p:nvPr/>
          </p:nvSpPr>
          <p:spPr>
            <a:xfrm rot="2058667">
              <a:off x="9247234" y="289038"/>
              <a:ext cx="340861" cy="49425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DA8FC447-6390-C030-3B02-7AA8F0A50EDD}"/>
                </a:ext>
              </a:extLst>
            </p:cNvPr>
            <p:cNvSpPr txBox="1"/>
            <p:nvPr/>
          </p:nvSpPr>
          <p:spPr>
            <a:xfrm rot="2058667">
              <a:off x="3449456" y="4561238"/>
              <a:ext cx="340861" cy="49425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0840E563-10FC-5B40-5707-B4D3484CF638}"/>
                </a:ext>
              </a:extLst>
            </p:cNvPr>
            <p:cNvSpPr txBox="1"/>
            <p:nvPr/>
          </p:nvSpPr>
          <p:spPr>
            <a:xfrm rot="2058667">
              <a:off x="6531966" y="4032352"/>
              <a:ext cx="575873" cy="49425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E68BEC92-FC49-213A-98CE-533C55E6DA59}"/>
                </a:ext>
              </a:extLst>
            </p:cNvPr>
            <p:cNvSpPr txBox="1"/>
            <p:nvPr/>
          </p:nvSpPr>
          <p:spPr>
            <a:xfrm rot="2058667">
              <a:off x="6908204" y="2038258"/>
              <a:ext cx="575873" cy="49425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9607D109-AA5E-41DA-6542-ED1D0BBF6005}"/>
                </a:ext>
              </a:extLst>
            </p:cNvPr>
            <p:cNvSpPr txBox="1"/>
            <p:nvPr/>
          </p:nvSpPr>
          <p:spPr>
            <a:xfrm rot="2058667">
              <a:off x="618587" y="4267968"/>
              <a:ext cx="575873" cy="49425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FB2F51C-0886-E482-4587-3D9C7F0020DD}"/>
                </a:ext>
              </a:extLst>
            </p:cNvPr>
            <p:cNvSpPr txBox="1"/>
            <p:nvPr/>
          </p:nvSpPr>
          <p:spPr>
            <a:xfrm rot="2058667">
              <a:off x="3331952" y="5838950"/>
              <a:ext cx="575873" cy="49425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4195FFCB-91D1-EB76-7CEB-D1D03D56B4DA}"/>
                </a:ext>
              </a:extLst>
            </p:cNvPr>
            <p:cNvSpPr txBox="1"/>
            <p:nvPr/>
          </p:nvSpPr>
          <p:spPr>
            <a:xfrm rot="2058667">
              <a:off x="10997542" y="3575713"/>
              <a:ext cx="575873" cy="49425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6851871B-D93B-604F-5DDD-1F1D7992CB30}"/>
                </a:ext>
              </a:extLst>
            </p:cNvPr>
            <p:cNvSpPr txBox="1"/>
            <p:nvPr/>
          </p:nvSpPr>
          <p:spPr>
            <a:xfrm rot="2058667">
              <a:off x="9885107" y="3282581"/>
              <a:ext cx="575873" cy="49425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E71F3B85-2243-121B-A02A-F6B171DE74A8}"/>
                </a:ext>
              </a:extLst>
            </p:cNvPr>
            <p:cNvSpPr txBox="1"/>
            <p:nvPr/>
          </p:nvSpPr>
          <p:spPr>
            <a:xfrm rot="2058667">
              <a:off x="6921627" y="865572"/>
              <a:ext cx="481498" cy="49425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43BD8E59-0720-E31F-1FD2-D47A6839EA01}"/>
                </a:ext>
              </a:extLst>
            </p:cNvPr>
            <p:cNvSpPr txBox="1"/>
            <p:nvPr/>
          </p:nvSpPr>
          <p:spPr>
            <a:xfrm rot="2058667">
              <a:off x="247456" y="2118814"/>
              <a:ext cx="481498" cy="49425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6192265F-EB74-8EA4-BC52-C69C65DBDFE8}"/>
                </a:ext>
              </a:extLst>
            </p:cNvPr>
            <p:cNvSpPr txBox="1"/>
            <p:nvPr/>
          </p:nvSpPr>
          <p:spPr>
            <a:xfrm rot="2058667">
              <a:off x="9531115" y="5453007"/>
              <a:ext cx="481498" cy="49425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35F16B64-7C3D-54D5-0287-9D27B16CA403}"/>
                </a:ext>
              </a:extLst>
            </p:cNvPr>
            <p:cNvSpPr txBox="1"/>
            <p:nvPr/>
          </p:nvSpPr>
          <p:spPr>
            <a:xfrm rot="2058667">
              <a:off x="3308187" y="1475037"/>
              <a:ext cx="481498" cy="49425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B81FD7A6-46ED-D211-31A9-994E345AB9E2}"/>
                </a:ext>
              </a:extLst>
            </p:cNvPr>
            <p:cNvSpPr txBox="1"/>
            <p:nvPr/>
          </p:nvSpPr>
          <p:spPr>
            <a:xfrm rot="2058667">
              <a:off x="8278597" y="5498171"/>
              <a:ext cx="481498" cy="49425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02538112-2EA5-769A-9B18-5CC17B4748E4}"/>
                </a:ext>
              </a:extLst>
            </p:cNvPr>
            <p:cNvSpPr txBox="1"/>
            <p:nvPr/>
          </p:nvSpPr>
          <p:spPr>
            <a:xfrm rot="2058667">
              <a:off x="2003863" y="1920360"/>
              <a:ext cx="481498" cy="49425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65EBD8C8-E62F-C0B7-79C1-70D129234F53}"/>
                </a:ext>
              </a:extLst>
            </p:cNvPr>
            <p:cNvSpPr txBox="1"/>
            <p:nvPr/>
          </p:nvSpPr>
          <p:spPr>
            <a:xfrm rot="2058667">
              <a:off x="11253050" y="4595573"/>
              <a:ext cx="481498" cy="49425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BD77664-20BC-90DA-D987-C77B4410E116}"/>
              </a:ext>
            </a:extLst>
          </p:cNvPr>
          <p:cNvSpPr txBox="1"/>
          <p:nvPr/>
        </p:nvSpPr>
        <p:spPr>
          <a:xfrm>
            <a:off x="2875407" y="2497976"/>
            <a:ext cx="6441187" cy="186204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1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ARTICLES</a:t>
            </a:r>
          </a:p>
        </p:txBody>
      </p:sp>
    </p:spTree>
    <p:extLst>
      <p:ext uri="{BB962C8B-B14F-4D97-AF65-F5344CB8AC3E}">
        <p14:creationId xmlns:p14="http://schemas.microsoft.com/office/powerpoint/2010/main" val="301750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F22D00-981B-05CC-94D9-2EB5ED148B7C}"/>
              </a:ext>
            </a:extLst>
          </p:cNvPr>
          <p:cNvSpPr txBox="1"/>
          <p:nvPr/>
        </p:nvSpPr>
        <p:spPr>
          <a:xfrm>
            <a:off x="578752" y="507078"/>
            <a:ext cx="4185753" cy="11079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ARTICLES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8771B1-3DC5-35D2-B924-F8C74DEA6B7A}"/>
              </a:ext>
            </a:extLst>
          </p:cNvPr>
          <p:cNvSpPr txBox="1"/>
          <p:nvPr/>
        </p:nvSpPr>
        <p:spPr>
          <a:xfrm>
            <a:off x="578752" y="2207541"/>
            <a:ext cx="4185753" cy="1107996"/>
          </a:xfrm>
          <a:prstGeom prst="rect">
            <a:avLst/>
          </a:prstGeom>
          <a:solidFill>
            <a:schemeClr val="accent2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5A7C73-20BD-3BE0-63A5-BBD71D5AEE8F}"/>
              </a:ext>
            </a:extLst>
          </p:cNvPr>
          <p:cNvSpPr txBox="1"/>
          <p:nvPr/>
        </p:nvSpPr>
        <p:spPr>
          <a:xfrm>
            <a:off x="578752" y="3542464"/>
            <a:ext cx="4185753" cy="1107996"/>
          </a:xfrm>
          <a:prstGeom prst="rect">
            <a:avLst/>
          </a:prstGeom>
          <a:solidFill>
            <a:schemeClr val="accent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8E4268-B04B-C627-72D9-51A96EB6B460}"/>
              </a:ext>
            </a:extLst>
          </p:cNvPr>
          <p:cNvSpPr txBox="1"/>
          <p:nvPr/>
        </p:nvSpPr>
        <p:spPr>
          <a:xfrm>
            <a:off x="578752" y="4877387"/>
            <a:ext cx="4185753" cy="110799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THE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79E9DF-E91F-673C-3E42-B51887D0777B}"/>
              </a:ext>
            </a:extLst>
          </p:cNvPr>
          <p:cNvSpPr txBox="1"/>
          <p:nvPr/>
        </p:nvSpPr>
        <p:spPr>
          <a:xfrm>
            <a:off x="3370077" y="1615074"/>
            <a:ext cx="4185753" cy="450892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8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D760B4-0C06-37C6-3C9F-BA881B92310F}"/>
              </a:ext>
            </a:extLst>
          </p:cNvPr>
          <p:cNvSpPr txBox="1"/>
          <p:nvPr/>
        </p:nvSpPr>
        <p:spPr>
          <a:xfrm>
            <a:off x="6530373" y="2207541"/>
            <a:ext cx="4667016" cy="36471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>
              <a:lnSpc>
                <a:spcPct val="150000"/>
              </a:lnSpc>
            </a:pPr>
            <a:r>
              <a:rPr lang="en-US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ONE</a:t>
            </a:r>
          </a:p>
          <a:p>
            <a:pPr algn="ctr"/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15983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F22D00-981B-05CC-94D9-2EB5ED148B7C}"/>
              </a:ext>
            </a:extLst>
          </p:cNvPr>
          <p:cNvSpPr txBox="1"/>
          <p:nvPr/>
        </p:nvSpPr>
        <p:spPr>
          <a:xfrm>
            <a:off x="578752" y="507078"/>
            <a:ext cx="4185753" cy="11079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ARTICLES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8771B1-3DC5-35D2-B924-F8C74DEA6B7A}"/>
              </a:ext>
            </a:extLst>
          </p:cNvPr>
          <p:cNvSpPr txBox="1"/>
          <p:nvPr/>
        </p:nvSpPr>
        <p:spPr>
          <a:xfrm>
            <a:off x="5054500" y="507078"/>
            <a:ext cx="1250047" cy="110799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DE276C-7420-FD53-6CD1-8B7703F0239A}"/>
              </a:ext>
            </a:extLst>
          </p:cNvPr>
          <p:cNvSpPr txBox="1"/>
          <p:nvPr/>
        </p:nvSpPr>
        <p:spPr>
          <a:xfrm>
            <a:off x="578752" y="2207541"/>
            <a:ext cx="2854259" cy="4154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cs typeface="Aharoni" panose="02010803020104030203" pitchFamily="2" charset="-79"/>
              </a:rPr>
              <a:t>A boy</a:t>
            </a:r>
          </a:p>
          <a:p>
            <a:r>
              <a:rPr lang="en-US" sz="6600" dirty="0">
                <a:solidFill>
                  <a:schemeClr val="bg1"/>
                </a:solidFill>
                <a:cs typeface="Aharoni" panose="02010803020104030203" pitchFamily="2" charset="-79"/>
              </a:rPr>
              <a:t>A girl</a:t>
            </a:r>
          </a:p>
          <a:p>
            <a:r>
              <a:rPr lang="en-US" sz="6600" dirty="0">
                <a:solidFill>
                  <a:schemeClr val="bg1"/>
                </a:solidFill>
                <a:cs typeface="Aharoni" panose="02010803020104030203" pitchFamily="2" charset="-79"/>
              </a:rPr>
              <a:t>A place</a:t>
            </a:r>
          </a:p>
          <a:p>
            <a:r>
              <a:rPr lang="en-US" sz="6600" dirty="0">
                <a:solidFill>
                  <a:schemeClr val="bg1"/>
                </a:solidFill>
                <a:cs typeface="Aharoni" panose="02010803020104030203" pitchFamily="2" charset="-79"/>
              </a:rPr>
              <a:t>A cake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01DCAB-BED6-7D7D-8479-A54435E79453}"/>
              </a:ext>
            </a:extLst>
          </p:cNvPr>
          <p:cNvSpPr txBox="1"/>
          <p:nvPr/>
        </p:nvSpPr>
        <p:spPr>
          <a:xfrm>
            <a:off x="3627370" y="2207541"/>
            <a:ext cx="2854259" cy="4154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cs typeface="Aharoni" panose="02010803020104030203" pitchFamily="2" charset="-79"/>
              </a:rPr>
              <a:t>A ball</a:t>
            </a:r>
          </a:p>
          <a:p>
            <a:r>
              <a:rPr lang="en-US" sz="6600" dirty="0">
                <a:solidFill>
                  <a:schemeClr val="bg1"/>
                </a:solidFill>
                <a:cs typeface="Aharoni" panose="02010803020104030203" pitchFamily="2" charset="-79"/>
              </a:rPr>
              <a:t>A kite</a:t>
            </a:r>
          </a:p>
          <a:p>
            <a:r>
              <a:rPr lang="en-US" sz="6600" dirty="0">
                <a:solidFill>
                  <a:schemeClr val="bg1"/>
                </a:solidFill>
                <a:cs typeface="Aharoni" panose="02010803020104030203" pitchFamily="2" charset="-79"/>
              </a:rPr>
              <a:t>A man</a:t>
            </a:r>
          </a:p>
          <a:p>
            <a:r>
              <a:rPr lang="en-US" sz="6600" dirty="0">
                <a:solidFill>
                  <a:schemeClr val="bg1"/>
                </a:solidFill>
                <a:cs typeface="Aharoni" panose="02010803020104030203" pitchFamily="2" charset="-79"/>
              </a:rPr>
              <a:t>A dish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ECA79-74C4-B617-2214-508FBC62EC9E}"/>
              </a:ext>
            </a:extLst>
          </p:cNvPr>
          <p:cNvSpPr txBox="1"/>
          <p:nvPr/>
        </p:nvSpPr>
        <p:spPr>
          <a:xfrm>
            <a:off x="6803707" y="2015037"/>
            <a:ext cx="5099534" cy="132343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cs typeface="Aharoni" panose="02010803020104030203" pitchFamily="2" charset="-79"/>
              </a:rPr>
              <a:t>* Used when a word begins with consonants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39C806-82D3-988E-04D7-DF5A2C27F58A}"/>
              </a:ext>
            </a:extLst>
          </p:cNvPr>
          <p:cNvSpPr txBox="1"/>
          <p:nvPr/>
        </p:nvSpPr>
        <p:spPr>
          <a:xfrm>
            <a:off x="6803706" y="3539038"/>
            <a:ext cx="5099535" cy="12618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cs typeface="Aharoni" panose="02010803020104030203" pitchFamily="2" charset="-79"/>
              </a:rPr>
              <a:t>Consonants are</a:t>
            </a:r>
          </a:p>
          <a:p>
            <a:r>
              <a:rPr lang="en-US" sz="3600" dirty="0">
                <a:solidFill>
                  <a:schemeClr val="bg1"/>
                </a:solidFill>
                <a:cs typeface="Aharoni" panose="02010803020104030203" pitchFamily="2" charset="-79"/>
              </a:rPr>
              <a:t>b, c, d , f… </a:t>
            </a:r>
            <a:r>
              <a:rPr lang="en-US" sz="2000" dirty="0">
                <a:solidFill>
                  <a:schemeClr val="bg1"/>
                </a:solidFill>
                <a:cs typeface="Aharoni" panose="02010803020104030203" pitchFamily="2" charset="-79"/>
              </a:rPr>
              <a:t>(</a:t>
            </a:r>
            <a:r>
              <a:rPr lang="en-US" sz="2000" dirty="0" err="1">
                <a:solidFill>
                  <a:schemeClr val="bg1"/>
                </a:solidFill>
                <a:cs typeface="Aharoni" panose="02010803020104030203" pitchFamily="2" charset="-79"/>
              </a:rPr>
              <a:t>மெய்யெழுத்துக்கள்</a:t>
            </a:r>
            <a:r>
              <a:rPr lang="en-US" sz="2000" dirty="0">
                <a:solidFill>
                  <a:schemeClr val="bg1"/>
                </a:solidFill>
                <a:cs typeface="Aharoni" panose="02010803020104030203" pitchFamily="2" charset="-79"/>
              </a:rPr>
              <a:t>)</a:t>
            </a:r>
            <a:endParaRPr lang="en-US" sz="4000" dirty="0">
              <a:solidFill>
                <a:schemeClr val="bg1"/>
              </a:solidFill>
              <a:cs typeface="Aharoni" panose="02010803020104030203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12258E-1ECB-18A4-D1DC-4EE98AE111BE}"/>
              </a:ext>
            </a:extLst>
          </p:cNvPr>
          <p:cNvSpPr txBox="1"/>
          <p:nvPr/>
        </p:nvSpPr>
        <p:spPr>
          <a:xfrm>
            <a:off x="6803706" y="5063039"/>
            <a:ext cx="5099535" cy="132343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cs typeface="Aharoni" panose="02010803020104030203" pitchFamily="2" charset="-79"/>
              </a:rPr>
              <a:t>* Used when introducing a new noun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986B4E-4E2E-6219-2656-7BF12AF509E4}"/>
              </a:ext>
            </a:extLst>
          </p:cNvPr>
          <p:cNvSpPr txBox="1"/>
          <p:nvPr/>
        </p:nvSpPr>
        <p:spPr>
          <a:xfrm>
            <a:off x="8295330" y="1055897"/>
            <a:ext cx="211628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spc="300" dirty="0">
                <a:solidFill>
                  <a:schemeClr val="bg1"/>
                </a:solidFill>
                <a:latin typeface="Bradley Hand ITC" panose="03070402050302030203" pitchFamily="66" charset="0"/>
              </a:rPr>
              <a:t>Usages</a:t>
            </a:r>
          </a:p>
        </p:txBody>
      </p:sp>
    </p:spTree>
    <p:extLst>
      <p:ext uri="{BB962C8B-B14F-4D97-AF65-F5344CB8AC3E}">
        <p14:creationId xmlns:p14="http://schemas.microsoft.com/office/powerpoint/2010/main" val="1091992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F22D00-981B-05CC-94D9-2EB5ED148B7C}"/>
              </a:ext>
            </a:extLst>
          </p:cNvPr>
          <p:cNvSpPr txBox="1"/>
          <p:nvPr/>
        </p:nvSpPr>
        <p:spPr>
          <a:xfrm>
            <a:off x="578752" y="507078"/>
            <a:ext cx="4185753" cy="11079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ARTICLES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8771B1-3DC5-35D2-B924-F8C74DEA6B7A}"/>
              </a:ext>
            </a:extLst>
          </p:cNvPr>
          <p:cNvSpPr txBox="1"/>
          <p:nvPr/>
        </p:nvSpPr>
        <p:spPr>
          <a:xfrm>
            <a:off x="5054500" y="507078"/>
            <a:ext cx="1621488" cy="110799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DE276C-7420-FD53-6CD1-8B7703F0239A}"/>
              </a:ext>
            </a:extLst>
          </p:cNvPr>
          <p:cNvSpPr txBox="1"/>
          <p:nvPr/>
        </p:nvSpPr>
        <p:spPr>
          <a:xfrm>
            <a:off x="578752" y="1918785"/>
            <a:ext cx="2854259" cy="452431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cs typeface="Aharoni" panose="02010803020104030203" pitchFamily="2" charset="-79"/>
              </a:rPr>
              <a:t>An apple</a:t>
            </a:r>
          </a:p>
          <a:p>
            <a:r>
              <a:rPr lang="en-US" sz="4800" dirty="0">
                <a:solidFill>
                  <a:schemeClr val="bg1"/>
                </a:solidFill>
                <a:cs typeface="Aharoni" panose="02010803020104030203" pitchFamily="2" charset="-79"/>
              </a:rPr>
              <a:t>An eraser</a:t>
            </a:r>
          </a:p>
          <a:p>
            <a:r>
              <a:rPr lang="en-US" sz="4800" dirty="0">
                <a:solidFill>
                  <a:schemeClr val="bg1"/>
                </a:solidFill>
                <a:cs typeface="Aharoni" panose="02010803020104030203" pitchFamily="2" charset="-79"/>
              </a:rPr>
              <a:t>An ice</a:t>
            </a:r>
          </a:p>
          <a:p>
            <a:r>
              <a:rPr lang="en-US" sz="4800" dirty="0">
                <a:solidFill>
                  <a:schemeClr val="bg1"/>
                </a:solidFill>
                <a:cs typeface="Aharoni" panose="02010803020104030203" pitchFamily="2" charset="-79"/>
              </a:rPr>
              <a:t>An owl</a:t>
            </a:r>
          </a:p>
          <a:p>
            <a:r>
              <a:rPr lang="en-US" sz="4800" dirty="0">
                <a:solidFill>
                  <a:schemeClr val="bg1"/>
                </a:solidFill>
                <a:cs typeface="Aharoni" panose="02010803020104030203" pitchFamily="2" charset="-79"/>
              </a:rPr>
              <a:t>An egg</a:t>
            </a:r>
          </a:p>
          <a:p>
            <a:r>
              <a:rPr lang="en-US" sz="4800" dirty="0">
                <a:solidFill>
                  <a:schemeClr val="bg1"/>
                </a:solidFill>
                <a:cs typeface="Aharoni" panose="02010803020104030203" pitchFamily="2" charset="-79"/>
              </a:rPr>
              <a:t>An eel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01DCAB-BED6-7D7D-8479-A54435E79453}"/>
              </a:ext>
            </a:extLst>
          </p:cNvPr>
          <p:cNvSpPr txBox="1"/>
          <p:nvPr/>
        </p:nvSpPr>
        <p:spPr>
          <a:xfrm>
            <a:off x="3627370" y="1918785"/>
            <a:ext cx="2854259" cy="17543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cs typeface="Aharoni" panose="02010803020104030203" pitchFamily="2" charset="-79"/>
              </a:rPr>
              <a:t>An umbrella</a:t>
            </a:r>
          </a:p>
          <a:p>
            <a:r>
              <a:rPr lang="en-US" sz="3200" dirty="0">
                <a:solidFill>
                  <a:schemeClr val="bg1"/>
                </a:solidFill>
                <a:cs typeface="Aharoni" panose="02010803020104030203" pitchFamily="2" charset="-79"/>
              </a:rPr>
              <a:t>An honest man</a:t>
            </a:r>
          </a:p>
          <a:p>
            <a:r>
              <a:rPr lang="en-US" sz="3600" dirty="0">
                <a:solidFill>
                  <a:schemeClr val="bg1"/>
                </a:solidFill>
                <a:cs typeface="Aharoni" panose="02010803020104030203" pitchFamily="2" charset="-79"/>
              </a:rPr>
              <a:t>An MP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ECA79-74C4-B617-2214-508FBC62EC9E}"/>
              </a:ext>
            </a:extLst>
          </p:cNvPr>
          <p:cNvSpPr txBox="1"/>
          <p:nvPr/>
        </p:nvSpPr>
        <p:spPr>
          <a:xfrm>
            <a:off x="6803707" y="1918785"/>
            <a:ext cx="4666398" cy="132343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cs typeface="Aharoni" panose="02010803020104030203" pitchFamily="2" charset="-79"/>
              </a:rPr>
              <a:t>* Used when a word begins with vowels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39C806-82D3-988E-04D7-DF5A2C27F58A}"/>
              </a:ext>
            </a:extLst>
          </p:cNvPr>
          <p:cNvSpPr txBox="1"/>
          <p:nvPr/>
        </p:nvSpPr>
        <p:spPr>
          <a:xfrm>
            <a:off x="6803706" y="3394660"/>
            <a:ext cx="5099535" cy="132343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cs typeface="Aharoni" panose="02010803020104030203" pitchFamily="2" charset="-79"/>
              </a:rPr>
              <a:t>Vowels are</a:t>
            </a:r>
          </a:p>
          <a:p>
            <a:r>
              <a:rPr lang="en-US" sz="4000" dirty="0">
                <a:solidFill>
                  <a:schemeClr val="bg1"/>
                </a:solidFill>
                <a:cs typeface="Aharoni" panose="02010803020104030203" pitchFamily="2" charset="-79"/>
              </a:rPr>
              <a:t>a, e, </a:t>
            </a:r>
            <a:r>
              <a:rPr lang="en-US" sz="4000" dirty="0" err="1">
                <a:solidFill>
                  <a:schemeClr val="bg1"/>
                </a:solidFill>
                <a:cs typeface="Aharoni" panose="02010803020104030203" pitchFamily="2" charset="-79"/>
              </a:rPr>
              <a:t>i</a:t>
            </a:r>
            <a:r>
              <a:rPr lang="en-US" sz="4000" dirty="0">
                <a:solidFill>
                  <a:schemeClr val="bg1"/>
                </a:solidFill>
                <a:cs typeface="Aharoni" panose="02010803020104030203" pitchFamily="2" charset="-79"/>
              </a:rPr>
              <a:t>, o, u </a:t>
            </a:r>
            <a:r>
              <a:rPr lang="en-US" sz="2000" dirty="0">
                <a:solidFill>
                  <a:schemeClr val="bg1"/>
                </a:solidFill>
                <a:cs typeface="Aharoni" panose="02010803020104030203" pitchFamily="2" charset="-79"/>
              </a:rPr>
              <a:t>(</a:t>
            </a:r>
            <a:r>
              <a:rPr lang="en-US" sz="2000" dirty="0" err="1">
                <a:solidFill>
                  <a:schemeClr val="bg1"/>
                </a:solidFill>
                <a:cs typeface="Aharoni" panose="02010803020104030203" pitchFamily="2" charset="-79"/>
              </a:rPr>
              <a:t>உயிரெழுத்துக்கள்</a:t>
            </a:r>
            <a:r>
              <a:rPr lang="en-US" sz="2000" dirty="0">
                <a:solidFill>
                  <a:schemeClr val="bg1"/>
                </a:solidFill>
                <a:cs typeface="Aharoni" panose="02010803020104030203" pitchFamily="2" charset="-79"/>
              </a:rPr>
              <a:t>)</a:t>
            </a:r>
            <a:endParaRPr lang="en-US" sz="4000" dirty="0">
              <a:solidFill>
                <a:schemeClr val="bg1"/>
              </a:solidFill>
              <a:cs typeface="Aharoni" panose="02010803020104030203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12258E-1ECB-18A4-D1DC-4EE98AE111BE}"/>
              </a:ext>
            </a:extLst>
          </p:cNvPr>
          <p:cNvSpPr txBox="1"/>
          <p:nvPr/>
        </p:nvSpPr>
        <p:spPr>
          <a:xfrm>
            <a:off x="6803706" y="4854493"/>
            <a:ext cx="5099535" cy="132343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cs typeface="Aharoni" panose="02010803020104030203" pitchFamily="2" charset="-79"/>
              </a:rPr>
              <a:t>* Used when introducing a new noun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4C26F3-15AC-D84F-B8C7-7C95E3AA2403}"/>
              </a:ext>
            </a:extLst>
          </p:cNvPr>
          <p:cNvSpPr txBox="1"/>
          <p:nvPr/>
        </p:nvSpPr>
        <p:spPr>
          <a:xfrm>
            <a:off x="8295330" y="1055897"/>
            <a:ext cx="211628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spc="300" dirty="0">
                <a:solidFill>
                  <a:schemeClr val="bg1"/>
                </a:solidFill>
                <a:latin typeface="Bradley Hand ITC" panose="03070402050302030203" pitchFamily="66" charset="0"/>
              </a:rPr>
              <a:t>Usages</a:t>
            </a:r>
          </a:p>
        </p:txBody>
      </p:sp>
    </p:spTree>
    <p:extLst>
      <p:ext uri="{BB962C8B-B14F-4D97-AF65-F5344CB8AC3E}">
        <p14:creationId xmlns:p14="http://schemas.microsoft.com/office/powerpoint/2010/main" val="668696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F22D00-981B-05CC-94D9-2EB5ED148B7C}"/>
              </a:ext>
            </a:extLst>
          </p:cNvPr>
          <p:cNvSpPr txBox="1"/>
          <p:nvPr/>
        </p:nvSpPr>
        <p:spPr>
          <a:xfrm>
            <a:off x="578752" y="507078"/>
            <a:ext cx="4185753" cy="11079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ARTICLES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8771B1-3DC5-35D2-B924-F8C74DEA6B7A}"/>
              </a:ext>
            </a:extLst>
          </p:cNvPr>
          <p:cNvSpPr txBox="1"/>
          <p:nvPr/>
        </p:nvSpPr>
        <p:spPr>
          <a:xfrm>
            <a:off x="5054500" y="507078"/>
            <a:ext cx="1621488" cy="110799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THE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DE276C-7420-FD53-6CD1-8B7703F0239A}"/>
              </a:ext>
            </a:extLst>
          </p:cNvPr>
          <p:cNvSpPr txBox="1"/>
          <p:nvPr/>
        </p:nvSpPr>
        <p:spPr>
          <a:xfrm>
            <a:off x="578752" y="1918785"/>
            <a:ext cx="5854132" cy="452431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cs typeface="Aharoni" panose="02010803020104030203" pitchFamily="2" charset="-79"/>
              </a:rPr>
              <a:t>The Taj Mahal</a:t>
            </a:r>
          </a:p>
          <a:p>
            <a:r>
              <a:rPr lang="en-US" sz="4800" dirty="0">
                <a:solidFill>
                  <a:schemeClr val="bg1"/>
                </a:solidFill>
                <a:cs typeface="Aharoni" panose="02010803020104030203" pitchFamily="2" charset="-79"/>
              </a:rPr>
              <a:t>The Sun</a:t>
            </a:r>
          </a:p>
          <a:p>
            <a:r>
              <a:rPr lang="en-US" sz="4800" dirty="0">
                <a:solidFill>
                  <a:schemeClr val="bg1"/>
                </a:solidFill>
                <a:cs typeface="Aharoni" panose="02010803020104030203" pitchFamily="2" charset="-79"/>
              </a:rPr>
              <a:t>The Moon</a:t>
            </a:r>
          </a:p>
          <a:p>
            <a:r>
              <a:rPr lang="en-US" sz="4800" dirty="0">
                <a:solidFill>
                  <a:schemeClr val="bg1"/>
                </a:solidFill>
                <a:cs typeface="Aharoni" panose="02010803020104030203" pitchFamily="2" charset="-79"/>
              </a:rPr>
              <a:t>The earth</a:t>
            </a:r>
          </a:p>
          <a:p>
            <a:r>
              <a:rPr lang="en-US" sz="4800" dirty="0">
                <a:solidFill>
                  <a:schemeClr val="bg1"/>
                </a:solidFill>
                <a:cs typeface="Aharoni" panose="02010803020104030203" pitchFamily="2" charset="-79"/>
              </a:rPr>
              <a:t>The Bible</a:t>
            </a:r>
          </a:p>
          <a:p>
            <a:r>
              <a:rPr lang="en-US" sz="4800" dirty="0">
                <a:solidFill>
                  <a:schemeClr val="bg1"/>
                </a:solidFill>
                <a:cs typeface="Aharoni" panose="02010803020104030203" pitchFamily="2" charset="-79"/>
              </a:rPr>
              <a:t>The Bhagavat Gita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ECA79-74C4-B617-2214-508FBC62EC9E}"/>
              </a:ext>
            </a:extLst>
          </p:cNvPr>
          <p:cNvSpPr txBox="1"/>
          <p:nvPr/>
        </p:nvSpPr>
        <p:spPr>
          <a:xfrm>
            <a:off x="6803707" y="1918785"/>
            <a:ext cx="5099534" cy="132343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cs typeface="Aharoni" panose="02010803020104030203" pitchFamily="2" charset="-79"/>
              </a:rPr>
              <a:t>* Used when a unique </a:t>
            </a:r>
          </a:p>
          <a:p>
            <a:r>
              <a:rPr lang="en-US" sz="4000" dirty="0">
                <a:solidFill>
                  <a:schemeClr val="bg1"/>
                </a:solidFill>
                <a:cs typeface="Aharoni" panose="02010803020104030203" pitchFamily="2" charset="-79"/>
              </a:rPr>
              <a:t>Noun is addressed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12258E-1ECB-18A4-D1DC-4EE98AE111BE}"/>
              </a:ext>
            </a:extLst>
          </p:cNvPr>
          <p:cNvSpPr txBox="1"/>
          <p:nvPr/>
        </p:nvSpPr>
        <p:spPr>
          <a:xfrm>
            <a:off x="6803706" y="3593470"/>
            <a:ext cx="5099535" cy="10772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cs typeface="Aharoni" panose="02010803020104030203" pitchFamily="2" charset="-79"/>
              </a:rPr>
              <a:t>* Used when talking about an already introduced noun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BD2AAC-663C-21F4-097E-25EC7D424B89}"/>
              </a:ext>
            </a:extLst>
          </p:cNvPr>
          <p:cNvSpPr txBox="1"/>
          <p:nvPr/>
        </p:nvSpPr>
        <p:spPr>
          <a:xfrm>
            <a:off x="8295330" y="1055897"/>
            <a:ext cx="211628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spc="300" dirty="0">
                <a:solidFill>
                  <a:schemeClr val="bg1"/>
                </a:solidFill>
                <a:latin typeface="Bradley Hand ITC" panose="03070402050302030203" pitchFamily="66" charset="0"/>
              </a:rPr>
              <a:t>Usages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C37408-C690-0841-9C3A-CE46FDF9245F}"/>
              </a:ext>
            </a:extLst>
          </p:cNvPr>
          <p:cNvSpPr txBox="1"/>
          <p:nvPr/>
        </p:nvSpPr>
        <p:spPr>
          <a:xfrm>
            <a:off x="6803706" y="4992285"/>
            <a:ext cx="5099535" cy="15696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cs typeface="Aharoni" panose="02010803020104030203" pitchFamily="2" charset="-79"/>
              </a:rPr>
              <a:t>The guy who I saw today is working in this company.</a:t>
            </a:r>
          </a:p>
          <a:p>
            <a:endParaRPr lang="en-US" sz="2400" dirty="0">
              <a:solidFill>
                <a:schemeClr val="bg1"/>
              </a:solidFill>
              <a:cs typeface="Aharoni" panose="02010803020104030203" pitchFamily="2" charset="-79"/>
            </a:endParaRPr>
          </a:p>
          <a:p>
            <a:r>
              <a:rPr lang="en-US" sz="2400" dirty="0">
                <a:solidFill>
                  <a:schemeClr val="bg1"/>
                </a:solidFill>
                <a:cs typeface="Aharoni" panose="02010803020104030203" pitchFamily="2" charset="-79"/>
              </a:rPr>
              <a:t>The book I read today was good</a:t>
            </a:r>
          </a:p>
        </p:txBody>
      </p:sp>
    </p:spTree>
    <p:extLst>
      <p:ext uri="{BB962C8B-B14F-4D97-AF65-F5344CB8AC3E}">
        <p14:creationId xmlns:p14="http://schemas.microsoft.com/office/powerpoint/2010/main" val="2424605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329</Words>
  <Application>Microsoft Office PowerPoint</Application>
  <PresentationFormat>Widescreen</PresentationFormat>
  <Paragraphs>213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Aharoni</vt:lpstr>
      <vt:lpstr>Aptos Narrow</vt:lpstr>
      <vt:lpstr>Arial</vt:lpstr>
      <vt:lpstr>Bradley Hand ITC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IPA BFSBC</dc:creator>
  <cp:lastModifiedBy>IPA BFSBC</cp:lastModifiedBy>
  <cp:revision>19</cp:revision>
  <dcterms:created xsi:type="dcterms:W3CDTF">2024-01-28T15:20:08Z</dcterms:created>
  <dcterms:modified xsi:type="dcterms:W3CDTF">2024-04-29T05:48:03Z</dcterms:modified>
</cp:coreProperties>
</file>